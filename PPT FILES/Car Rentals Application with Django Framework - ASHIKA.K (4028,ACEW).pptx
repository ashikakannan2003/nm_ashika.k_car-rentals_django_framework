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65" r:id="rId4"/>
  </p:sldMasterIdLst>
  <p:notesMasterIdLst>
    <p:notesMasterId r:id="rId22"/>
  </p:notesMasterIdLst>
  <p:sldIdLst>
    <p:sldId id="292" r:id="rId5"/>
    <p:sldId id="1305" r:id="rId6"/>
    <p:sldId id="352" r:id="rId7"/>
    <p:sldId id="1300" r:id="rId8"/>
    <p:sldId id="1284" r:id="rId9"/>
    <p:sldId id="1285" r:id="rId10"/>
    <p:sldId id="1303" r:id="rId11"/>
    <p:sldId id="1304" r:id="rId12"/>
    <p:sldId id="1286" r:id="rId13"/>
    <p:sldId id="1287" r:id="rId14"/>
    <p:sldId id="1292" r:id="rId15"/>
    <p:sldId id="1293" r:id="rId16"/>
    <p:sldId id="1294" r:id="rId17"/>
    <p:sldId id="1296" r:id="rId18"/>
    <p:sldId id="1297" r:id="rId19"/>
    <p:sldId id="1288" r:id="rId20"/>
    <p:sldId id="1249" r:id="rId21"/>
  </p:sldIdLst>
  <p:sldSz cx="9144000" cy="5143500" type="screen16x9"/>
  <p:notesSz cx="6858000" cy="9144000"/>
  <p:custShowLst>
    <p:custShow name="Custom Show 1" id="0">
      <p:sldLst>
        <p:sld r:id="rId5"/>
        <p:sld r:id="rId7"/>
        <p:sld r:id="rId8"/>
        <p:sld r:id="rId9"/>
        <p:sld r:id="rId13"/>
      </p:sldLst>
    </p:custShow>
  </p:custShow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612" userDrawn="1">
          <p15:clr>
            <a:srgbClr val="A4A3A4"/>
          </p15:clr>
        </p15:guide>
        <p15:guide id="2" pos="144" userDrawn="1">
          <p15:clr>
            <a:srgbClr val="A4A3A4"/>
          </p15:clr>
        </p15:guide>
        <p15:guide id="3" orient="horz" pos="876" userDrawn="1">
          <p15:clr>
            <a:srgbClr val="A4A3A4"/>
          </p15:clr>
        </p15:guide>
      </p15:sldGuideLst>
    </p:ext>
    <p:ext uri="http://customooxmlschemas.google.com/">
      <go:slidesCustomData xmlns:mc="http://schemas.openxmlformats.org/markup-compatibility/2006"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go="http://customooxmlschemas.google.com/" xmlns="" r:id="rId220" roundtripDataSignature="AMtx7miWNY2LB4ETJwrL8F0N+EK9hEhqUQ=="/>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00FF"/>
    <a:srgbClr val="213264"/>
    <a:srgbClr val="841910"/>
    <a:srgbClr val="DFDDFB"/>
    <a:srgbClr val="213164"/>
    <a:srgbClr val="213163"/>
    <a:srgbClr val="E3E1FB"/>
    <a:srgbClr val="FFAB40"/>
    <a:srgbClr val="FFFFFF"/>
    <a:srgbClr val="FFCD8C"/>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73" d="100"/>
          <a:sy n="73" d="100"/>
        </p:scale>
        <p:origin x="1080" y="40"/>
      </p:cViewPr>
      <p:guideLst>
        <p:guide orient="horz" pos="612"/>
        <p:guide pos="144"/>
        <p:guide orient="horz" pos="876"/>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3" Type="http://schemas.openxmlformats.org/officeDocument/2006/relationships/customXml" Target="../customXml/item3.xml"/><Relationship Id="rId21" Type="http://schemas.openxmlformats.org/officeDocument/2006/relationships/slide" Target="slides/slide17.xml"/><Relationship Id="rId222" Type="http://schemas.openxmlformats.org/officeDocument/2006/relationships/viewProps" Target="viewProps.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221" Type="http://schemas.openxmlformats.org/officeDocument/2006/relationships/presProps" Target="presProp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20" Type="http://customschemas.google.com/relationships/presentationmetadata" Target="metadata"/><Relationship Id="rId5" Type="http://schemas.openxmlformats.org/officeDocument/2006/relationships/slide" Target="slides/slide1.xml"/><Relationship Id="rId15" Type="http://schemas.openxmlformats.org/officeDocument/2006/relationships/slide" Target="slides/slide11.xml"/><Relationship Id="rId10" Type="http://schemas.openxmlformats.org/officeDocument/2006/relationships/slide" Target="slides/slide6.xml"/><Relationship Id="rId19" Type="http://schemas.openxmlformats.org/officeDocument/2006/relationships/slide" Target="slides/slide15.xml"/><Relationship Id="rId224" Type="http://schemas.openxmlformats.org/officeDocument/2006/relationships/tableStyles" Target="tableStyles.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notesMaster" Target="notesMasters/notesMaster1.xml"/><Relationship Id="rId223" Type="http://schemas.openxmlformats.org/officeDocument/2006/relationships/theme" Target="theme/theme1.xml"/></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9CE7D7BE-B1CD-41F1-9DDE-F3BBBC55BBFD}" type="doc">
      <dgm:prSet loTypeId="urn:microsoft.com/office/officeart/2011/layout/CircleProcess" loCatId="process" qsTypeId="urn:microsoft.com/office/officeart/2005/8/quickstyle/simple1" qsCatId="simple" csTypeId="urn:microsoft.com/office/officeart/2005/8/colors/accent1_2" csCatId="accent1" phldr="1"/>
      <dgm:spPr/>
      <dgm:t>
        <a:bodyPr/>
        <a:lstStyle/>
        <a:p>
          <a:endParaRPr lang="en-US"/>
        </a:p>
      </dgm:t>
    </dgm:pt>
    <dgm:pt modelId="{2660E8EA-4C38-4480-80FB-2EE5BA6984B3}" type="pres">
      <dgm:prSet presAssocID="{9CE7D7BE-B1CD-41F1-9DDE-F3BBBC55BBFD}" presName="Name0" presStyleCnt="0">
        <dgm:presLayoutVars>
          <dgm:chMax val="11"/>
          <dgm:chPref val="11"/>
          <dgm:dir/>
          <dgm:resizeHandles/>
        </dgm:presLayoutVars>
      </dgm:prSet>
      <dgm:spPr/>
    </dgm:pt>
  </dgm:ptLst>
  <dgm:cxnLst>
    <dgm:cxn modelId="{C84E9C6A-95CD-430E-B250-50748F350F7D}" type="presOf" srcId="{9CE7D7BE-B1CD-41F1-9DDE-F3BBBC55BBFD}" destId="{2660E8EA-4C38-4480-80FB-2EE5BA6984B3}" srcOrd="0" destOrd="0" presId="urn:microsoft.com/office/officeart/2011/layout/CircleProcess"/>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Tree>
</dsp:drawing>
</file>

<file path=ppt/diagrams/layout1.xml><?xml version="1.0" encoding="utf-8"?>
<dgm:layoutDef xmlns:dgm="http://schemas.openxmlformats.org/drawingml/2006/diagram" xmlns:a="http://schemas.openxmlformats.org/drawingml/2006/main" uniqueId="urn:microsoft.com/office/officeart/2011/layout/CircleProcess">
  <dgm:title val="Circle Process"/>
  <dgm:desc val="Use to show sequential steps in a process. Limited to eleven Level 1 shapes with an unlimited number of Level 2 shapes. Works best with small amounts of text. Unused text does not appear, but remains available if you switch layouts."/>
  <dgm:catLst>
    <dgm:cat type="process" pri="8500"/>
    <dgm:cat type="officeonline" pri="8500"/>
  </dgm:catLst>
  <dgm:sampData>
    <dgm:dataModel>
      <dgm:ptLst>
        <dgm:pt modelId="0" type="doc"/>
        <dgm:pt modelId="10">
          <dgm:prSet phldr="1"/>
        </dgm:pt>
        <dgm:pt modelId="20">
          <dgm:prSet phldr="1"/>
        </dgm:pt>
        <dgm:pt modelId="30">
          <dgm:prSet phldr="1"/>
        </dgm:pt>
      </dgm:ptLst>
      <dgm:cxnLst>
        <dgm:cxn modelId="40" srcId="0" destId="10" srcOrd="0" destOrd="0"/>
        <dgm:cxn modelId="50" srcId="0" destId="20" srcOrd="1" destOrd="0"/>
        <dgm:cxn modelId="60" srcId="0" destId="30" srcOrd="2" destOrd="0"/>
      </dgm:cxnLst>
      <dgm:bg/>
      <dgm:whole/>
    </dgm:dataModel>
  </dgm:sampData>
  <dgm:styleData>
    <dgm:dataModel>
      <dgm:ptLst>
        <dgm:pt modelId="0" type="doc"/>
        <dgm:pt modelId="10">
          <dgm:prSet phldr="1"/>
        </dgm:pt>
        <dgm:pt modelId="20">
          <dgm:prSet phldr="1"/>
        </dgm:pt>
      </dgm:ptLst>
      <dgm:cxnLst>
        <dgm:cxn modelId="30" srcId="0" destId="10" srcOrd="0" destOrd="0"/>
        <dgm:cxn modelId="40" srcId="0" destId="20" srcOrd="1" destOrd="0"/>
      </dgm:cxnLst>
      <dgm:bg/>
      <dgm:whole/>
    </dgm:dataModel>
  </dgm:styleData>
  <dgm:clrData>
    <dgm:dataModel>
      <dgm:ptLst>
        <dgm:pt modelId="0" type="doc"/>
        <dgm:pt modelId="10">
          <dgm:prSet phldr="1"/>
        </dgm:pt>
        <dgm:pt modelId="20">
          <dgm:prSet phldr="1"/>
        </dgm:pt>
        <dgm:pt modelId="30">
          <dgm:prSet phldr="1"/>
        </dgm:pt>
        <dgm:pt modelId="40">
          <dgm:prSet phldr="1"/>
        </dgm:pt>
      </dgm:ptLst>
      <dgm:cxnLst>
        <dgm:cxn modelId="50" srcId="0" destId="10" srcOrd="0" destOrd="0"/>
        <dgm:cxn modelId="60" srcId="0" destId="20" srcOrd="1" destOrd="0"/>
        <dgm:cxn modelId="70" srcId="0" destId="30" srcOrd="2" destOrd="0"/>
        <dgm:cxn modelId="80" srcId="0" destId="40" srcOrd="3" destOrd="0"/>
      </dgm:cxnLst>
      <dgm:bg/>
      <dgm:whole/>
    </dgm:dataModel>
  </dgm:clrData>
  <dgm:layoutNode name="Name0">
    <dgm:varLst>
      <dgm:chMax val="11"/>
      <dgm:chPref val="11"/>
      <dgm:dir/>
      <dgm:resizeHandles/>
    </dgm:varLst>
    <dgm:shape xmlns:r="http://schemas.openxmlformats.org/officeDocument/2006/relationships" r:blip="">
      <dgm:adjLst/>
    </dgm:shape>
    <dgm:choose name="Name1">
      <dgm:if name="Name2" func="var" arg="dir" op="equ" val="norm">
        <dgm:choose name="Name3">
          <dgm:if name="Name4" axis="ch" ptType="node" func="cnt" op="equ" val="1">
            <dgm:alg type="composite">
              <dgm:param type="ar" val="0.6383"/>
            </dgm:alg>
            <dgm:constrLst>
              <dgm:constr type="primFontSz" for="des" forName="Child1" val="65"/>
              <dgm:constr type="primFontSz" for="des" forName="Parent1" val="65"/>
              <dgm:constr type="primFontSz" for="des" forName="Child1" refType="primFontSz" refFor="des" refForName="Parent1" op="lte"/>
              <dgm:constr type="l" for="ch" forName="Parent1" refType="w" fact="0.1667"/>
              <dgm:constr type="t" for="ch" forName="Parent1" refType="h" fact="0.1064"/>
              <dgm:constr type="w" for="ch" forName="Parent1" refType="w" fact="0.6667"/>
              <dgm:constr type="h" for="ch" forName="Parent1" refType="h" fact="0.4255"/>
              <dgm:constr type="l" for="ch" forName="Accent1" refType="w" fact="0"/>
              <dgm:constr type="t" for="ch" forName="Accent1" refType="h" fact="0"/>
              <dgm:constr type="w" for="ch" forName="Accent1" refType="w"/>
              <dgm:constr type="h" for="ch" forName="Accent1" refType="h" fact="0.6383"/>
              <dgm:constr type="l" for="ch" forName="ParentBackground1" refType="w" fact="0.0333"/>
              <dgm:constr type="t" for="ch" forName="ParentBackground1" refType="h" fact="0.0213"/>
              <dgm:constr type="w" for="ch" forName="ParentBackground1" refType="w" fact="0.9333"/>
              <dgm:constr type="h" for="ch" forName="ParentBackground1" refType="h" fact="0.5957"/>
              <dgm:constr type="l" for="ch" forName="Child1" refType="w" fact="0.0333"/>
              <dgm:constr type="t" for="ch" forName="Child1" refType="h" fact="0.6574"/>
              <dgm:constr type="w" for="ch" forName="Child1" refType="w" fact="0.9333"/>
              <dgm:constr type="h" for="ch" forName="Child1" refType="h" fact="0.3426"/>
            </dgm:constrLst>
          </dgm:if>
          <dgm:if name="Name5" axis="ch" ptType="node" func="cnt" op="equ" val="2">
            <dgm:alg type="composite">
              <dgm:param type="ar" val="1.2659"/>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Parent2" refType="primFontSz" refFor="des" refForName="Parent1" op="equ"/>
              <dgm:constr type="primFontSz" for="des" forName="Child2" refType="primFontSz" refFor="des" refForName="Child1" op="equ"/>
              <dgm:constr type="l" for="ch" forName="Parent2" refType="w" fact="0.6249"/>
              <dgm:constr type="t" for="ch" forName="Parent2" refType="h" fact="0.2022"/>
              <dgm:constr type="w" for="ch" forName="Parent2" refType="w" fact="0.3001"/>
              <dgm:constr type="h" for="ch" forName="Parent2" refType="h" fact="0.3799"/>
              <dgm:constr type="l" for="ch" forName="Parent1" refType="w" fact="0.1597"/>
              <dgm:constr type="t" for="ch" forName="Parent1" refType="h" fact="0.2022"/>
              <dgm:constr type="w" for="ch" forName="Parent1" refType="w" fact="0.3001"/>
              <dgm:constr type="h" for="ch" forName="Parent1" refType="h" fact="0.3799"/>
              <dgm:constr type="l" for="ch" forName="Accent2" refType="w" fact="0.5498"/>
              <dgm:constr type="t" for="ch" forName="Accent2" refType="h" fact="0.1072"/>
              <dgm:constr type="w" for="ch" forName="Accent2" refType="w" fact="0.4502"/>
              <dgm:constr type="h" for="ch" forName="Accent2" refType="h" fact="0.5699"/>
              <dgm:constr type="l" for="ch" forName="ParentBackground2" refType="w" fact="0.5648"/>
              <dgm:constr type="t" for="ch" forName="ParentBackground2" refType="h" fact="0.1262"/>
              <dgm:constr type="w" for="ch" forName="ParentBackground2" refType="w" fact="0.4201"/>
              <dgm:constr type="h" for="ch" forName="ParentBackground2" refType="h" fact="0.5319"/>
              <dgm:constr type="l" for="ch" forName="Child2" refType="w" fact="0.5648"/>
              <dgm:constr type="t" for="ch" forName="Child2" refType="h" fact="0.6876"/>
              <dgm:constr type="w" for="ch" forName="Child2" refType="w" fact="0.4201"/>
              <dgm:constr type="h" for="ch" forName="Child2" refType="h" fact="0.3124"/>
              <dgm:constr type="l" for="ch" forName="Accent1" refType="w" fact="-0.0086"/>
              <dgm:constr type="t" for="ch" forName="Accent1" refType="h" fact="-0.0109"/>
              <dgm:constr type="w" for="ch" forName="Accent1" refType="w" fact="0.6367"/>
              <dgm:constr type="h" for="ch" forName="Accent1" refType="h" fact="0.806"/>
              <dgm:constr type="l" for="ch" forName="ParentBackground1" refType="w" fact="0.0997"/>
              <dgm:constr type="t" for="ch" forName="ParentBackground1" refType="h" fact="0.1262"/>
              <dgm:constr type="w" for="ch" forName="ParentBackground1" refType="w" fact="0.4201"/>
              <dgm:constr type="h" for="ch" forName="ParentBackground1" refType="h" fact="0.5319"/>
              <dgm:constr type="l" for="ch" forName="Child1" refType="w" fact="0.0997"/>
              <dgm:constr type="t" for="ch" forName="Child1" refType="h" fact="0.6876"/>
              <dgm:constr type="w" for="ch" forName="Child1" refType="w" fact="0.4201"/>
              <dgm:constr type="h" for="ch" forName="Child1" refType="h" fact="0.3124"/>
            </dgm:constrLst>
          </dgm:if>
          <dgm:if name="Name6" axis="ch" ptType="node" func="cnt" op="equ" val="3">
            <dgm:alg type="composite">
              <dgm:param type="ar" val="1.8548"/>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Parent2" refType="primFontSz" refFor="des" refForName="Parent1" op="equ"/>
              <dgm:constr type="primFontSz" for="des" forName="Parent3" refType="primFontSz" refFor="des" refForName="Parent1" op="equ"/>
              <dgm:constr type="primFontSz" for="des" forName="Child2" refType="primFontSz" refFor="des" refForName="Child1" op="equ"/>
              <dgm:constr type="primFontSz" for="des" forName="Child3" refType="primFontSz" refFor="des" refForName="Child1" op="equ"/>
              <dgm:constr type="l" for="ch" forName="Parent3" refType="w" fact="0.744"/>
              <dgm:constr type="t" for="ch" forName="Parent3" refType="h" fact="0.2022"/>
              <dgm:constr type="w" for="ch" forName="Parent3" refType="w" fact="0.2048"/>
              <dgm:constr type="h" for="ch" forName="Parent3" refType="h" fact="0.3799"/>
              <dgm:constr type="l" for="ch" forName="Parent2" refType="w" fact="0.4265"/>
              <dgm:constr type="t" for="ch" forName="Parent2" refType="h" fact="0.2022"/>
              <dgm:constr type="w" for="ch" forName="Parent2" refType="w" fact="0.2048"/>
              <dgm:constr type="h" for="ch" forName="Parent2" refType="h" fact="0.3799"/>
              <dgm:constr type="l" for="ch" forName="Parent1" refType="w" fact="0.109"/>
              <dgm:constr type="t" for="ch" forName="Parent1" refType="h" fact="0.2022"/>
              <dgm:constr type="w" for="ch" forName="Parent1" refType="w" fact="0.2048"/>
              <dgm:constr type="h" for="ch" forName="Parent1" refType="h" fact="0.3799"/>
              <dgm:constr type="l" for="ch" forName="Accent3" refType="w" fact="0.6928"/>
              <dgm:constr type="t" for="ch" forName="Accent3" refType="h" fact="0.1072"/>
              <dgm:constr type="w" for="ch" forName="Accent3" refType="w" fact="0.3072"/>
              <dgm:constr type="h" for="ch" forName="Accent3" refType="h" fact="0.5699"/>
              <dgm:constr type="l" for="ch" forName="ParentBackground3" refType="w" fact="0.703"/>
              <dgm:constr type="t" for="ch" forName="ParentBackground3" refType="h" fact="0.1262"/>
              <dgm:constr type="w" for="ch" forName="ParentBackground3" refType="w" fact="0.2868"/>
              <dgm:constr type="h" for="ch" forName="ParentBackground3" refType="h" fact="0.5319"/>
              <dgm:constr type="l" for="ch" forName="Child3" refType="w" fact="0.703"/>
              <dgm:constr type="t" for="ch" forName="Child3" refType="h" fact="0.6876"/>
              <dgm:constr type="w" for="ch" forName="Child3" refType="w" fact="0.2868"/>
              <dgm:constr type="h" for="ch" forName="Child3" refType="h" fact="0.3124"/>
              <dgm:constr type="l" for="ch" forName="Accent2" refType="w" fact="0.3122"/>
              <dgm:constr type="t" for="ch" forName="Accent2" refType="h" fact="-0.0109"/>
              <dgm:constr type="w" for="ch" forName="Accent2" refType="w" fact="0.4334"/>
              <dgm:constr type="h" for="ch" forName="Accent2" refType="h" fact="0.806"/>
              <dgm:constr type="l" for="ch" forName="ParentBackground2" refType="w" fact="0.3855"/>
              <dgm:constr type="t" for="ch" forName="ParentBackground2" refType="h" fact="0.1262"/>
              <dgm:constr type="w" for="ch" forName="ParentBackground2" refType="w" fact="0.2868"/>
              <dgm:constr type="h" for="ch" forName="ParentBackground2" refType="h" fact="0.5319"/>
              <dgm:constr type="l" for="ch" forName="Child2" refType="w" fact="0.3855"/>
              <dgm:constr type="t" for="ch" forName="Child2" refType="h" fact="0.6876"/>
              <dgm:constr type="w" for="ch" forName="Child2" refType="w" fact="0.2868"/>
              <dgm:constr type="h" for="ch" forName="Child2" refType="h" fact="0.3124"/>
              <dgm:constr type="l" for="ch" forName="Accent1" refType="w" fact="-0.0053"/>
              <dgm:constr type="t" for="ch" forName="Accent1" refType="h" fact="-0.0109"/>
              <dgm:constr type="w" for="ch" forName="Accent1" refType="w" fact="0.4334"/>
              <dgm:constr type="h" for="ch" forName="Accent1" refType="h" fact="0.806"/>
              <dgm:constr type="l" for="ch" forName="ParentBackground1" refType="w" fact="0.068"/>
              <dgm:constr type="t" for="ch" forName="ParentBackground1" refType="h" fact="0.1262"/>
              <dgm:constr type="w" for="ch" forName="ParentBackground1" refType="w" fact="0.2868"/>
              <dgm:constr type="h" for="ch" forName="ParentBackground1" refType="h" fact="0.5319"/>
              <dgm:constr type="l" for="ch" forName="Child1" refType="w" fact="0.068"/>
              <dgm:constr type="t" for="ch" forName="Child1" refType="h" fact="0.6876"/>
              <dgm:constr type="w" for="ch" forName="Child1" refType="w" fact="0.2868"/>
              <dgm:constr type="h" for="ch" forName="Child1" refType="h" fact="0.3124"/>
            </dgm:constrLst>
          </dgm:if>
          <dgm:if name="Name7" axis="ch" ptType="node" func="cnt" op="equ" val="4">
            <dgm:alg type="composite">
              <dgm:param type="ar" val="2.4437"/>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4"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4"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Child4" refType="primFontSz" refFor="des" refForName="Parent3" op="lte"/>
              <dgm:constr type="primFontSz" for="des" forName="Child1" refType="primFontSz" refFor="des" refForName="Parent4" op="lte"/>
              <dgm:constr type="primFontSz" for="des" forName="Child2" refType="primFontSz" refFor="des" refForName="Parent4" op="lte"/>
              <dgm:constr type="primFontSz" for="des" forName="Child3" refType="primFontSz" refFor="des" refForName="Parent4" op="lte"/>
              <dgm:constr type="primFontSz" for="des" forName="Child4" refType="primFontSz" refFor="des" refForName="Parent4" op="lte"/>
              <dgm:constr type="primFontSz" for="des" forName="Parent2" refType="primFontSz" refFor="des" refForName="Parent1" op="equ"/>
              <dgm:constr type="primFontSz" for="des" forName="Parent3" refType="primFontSz" refFor="des" refForName="Parent1" op="equ"/>
              <dgm:constr type="primFontSz" for="des" forName="Parent4" refType="primFontSz" refFor="des" refForName="Parent1" op="equ"/>
              <dgm:constr type="primFontSz" for="des" forName="Child2" refType="primFontSz" refFor="des" refForName="Child1" op="equ"/>
              <dgm:constr type="primFontSz" for="des" forName="Child3" refType="primFontSz" refFor="des" refForName="Child1" op="equ"/>
              <dgm:constr type="primFontSz" for="des" forName="Child4" refType="primFontSz" refFor="des" refForName="Child1" op="equ"/>
              <dgm:constr type="l" for="ch" forName="Parent4" refType="w" fact="0.8057"/>
              <dgm:constr type="t" for="ch" forName="Parent4" refType="h" fact="0.2022"/>
              <dgm:constr type="w" for="ch" forName="Parent4" refType="w" fact="0.1555"/>
              <dgm:constr type="h" for="ch" forName="Parent4" refType="h" fact="0.3799"/>
              <dgm:constr type="l" for="ch" forName="Parent3" refType="w" fact="0.5647"/>
              <dgm:constr type="t" for="ch" forName="Parent3" refType="h" fact="0.2022"/>
              <dgm:constr type="w" for="ch" forName="Parent3" refType="w" fact="0.1555"/>
              <dgm:constr type="h" for="ch" forName="Parent3" refType="h" fact="0.3799"/>
              <dgm:constr type="l" for="ch" forName="Parent2" refType="w" fact="0.3237"/>
              <dgm:constr type="t" for="ch" forName="Parent2" refType="h" fact="0.2022"/>
              <dgm:constr type="w" for="ch" forName="Parent2" refType="w" fact="0.1555"/>
              <dgm:constr type="h" for="ch" forName="Parent2" refType="h" fact="0.3799"/>
              <dgm:constr type="l" for="ch" forName="Parent1" refType="w" fact="0.0827"/>
              <dgm:constr type="t" for="ch" forName="Parent1" refType="h" fact="0.2022"/>
              <dgm:constr type="w" for="ch" forName="Parent1" refType="w" fact="0.1555"/>
              <dgm:constr type="h" for="ch" forName="Parent1" refType="h" fact="0.3799"/>
              <dgm:constr type="l" for="ch" forName="Accent4" refType="w" fact="0.7668"/>
              <dgm:constr type="t" for="ch" forName="Accent4" refType="h" fact="0.1072"/>
              <dgm:constr type="w" for="ch" forName="Accent4" refType="w" fact="0.2332"/>
              <dgm:constr type="h" for="ch" forName="Accent4" refType="h" fact="0.5699"/>
              <dgm:constr type="l" for="ch" forName="ParentBackground4" refType="w" fact="0.7746"/>
              <dgm:constr type="t" for="ch" forName="ParentBackground4" refType="h" fact="0.1262"/>
              <dgm:constr type="w" for="ch" forName="ParentBackground4" refType="w" fact="0.2177"/>
              <dgm:constr type="h" for="ch" forName="ParentBackground4" refType="h" fact="0.5319"/>
              <dgm:constr type="l" for="ch" forName="Child4" refType="w" fact="0.7746"/>
              <dgm:constr type="t" for="ch" forName="Child4" refType="h" fact="0.6876"/>
              <dgm:constr type="w" for="ch" forName="Child4" refType="w" fact="0.2177"/>
              <dgm:constr type="h" for="ch" forName="Child4" refType="h" fact="0.3124"/>
              <dgm:constr type="l" for="ch" forName="Accent3" refType="w" fact="0.4765"/>
              <dgm:constr type="t" for="ch" forName="Accent3" refType="h" fact="-0.0109"/>
              <dgm:constr type="w" for="ch" forName="Accent3" refType="w" fact="0.3298"/>
              <dgm:constr type="h" for="ch" forName="Accent3" refType="h" fact="0.806"/>
              <dgm:constr type="l" for="ch" forName="ParentBackground3" refType="w" fact="0.5336"/>
              <dgm:constr type="t" for="ch" forName="ParentBackground3" refType="h" fact="0.1262"/>
              <dgm:constr type="w" for="ch" forName="ParentBackground3" refType="w" fact="0.2177"/>
              <dgm:constr type="h" for="ch" forName="ParentBackground3" refType="h" fact="0.5319"/>
              <dgm:constr type="l" for="ch" forName="Child3" refType="w" fact="0.5336"/>
              <dgm:constr type="t" for="ch" forName="Child3" refType="h" fact="0.6876"/>
              <dgm:constr type="w" for="ch" forName="Child3" refType="w" fact="0.2177"/>
              <dgm:constr type="h" for="ch" forName="Child3" refType="h" fact="0.3124"/>
              <dgm:constr type="l" for="ch" forName="Accent2" refType="w" fact="0.2365"/>
              <dgm:constr type="t" for="ch" forName="Accent2" refType="h" fact="-0.0109"/>
              <dgm:constr type="w" for="ch" forName="Accent2" refType="w" fact="0.3298"/>
              <dgm:constr type="h" for="ch" forName="Accent2" refType="h" fact="0.806"/>
              <dgm:constr type="l" for="ch" forName="ParentBackground2" refType="w" fact="0.2926"/>
              <dgm:constr type="t" for="ch" forName="ParentBackground2" refType="h" fact="0.1262"/>
              <dgm:constr type="w" for="ch" forName="ParentBackground2" refType="w" fact="0.2177"/>
              <dgm:constr type="h" for="ch" forName="ParentBackground2" refType="h" fact="0.5319"/>
              <dgm:constr type="l" for="ch" forName="Child2" refType="w" fact="0.2926"/>
              <dgm:constr type="t" for="ch" forName="Child2" refType="h" fact="0.6876"/>
              <dgm:constr type="w" for="ch" forName="Child2" refType="w" fact="0.2177"/>
              <dgm:constr type="h" for="ch" forName="Child2" refType="h" fact="0.3124"/>
              <dgm:constr type="l" for="ch" forName="Accent1" refType="w" fact="-0.0045"/>
              <dgm:constr type="t" for="ch" forName="Accent1" refType="h" fact="-0.0109"/>
              <dgm:constr type="w" for="ch" forName="Accent1" refType="w" fact="0.3298"/>
              <dgm:constr type="h" for="ch" forName="Accent1" refType="h" fact="0.806"/>
              <dgm:constr type="l" for="ch" forName="ParentBackground1" refType="w" fact="0.0516"/>
              <dgm:constr type="t" for="ch" forName="ParentBackground1" refType="h" fact="0.1262"/>
              <dgm:constr type="w" for="ch" forName="ParentBackground1" refType="w" fact="0.2177"/>
              <dgm:constr type="h" for="ch" forName="ParentBackground1" refType="h" fact="0.5319"/>
              <dgm:constr type="l" for="ch" forName="Child1" refType="w" fact="0.0516"/>
              <dgm:constr type="t" for="ch" forName="Child1" refType="h" fact="0.6876"/>
              <dgm:constr type="w" for="ch" forName="Child1" refType="w" fact="0.2177"/>
              <dgm:constr type="h" for="ch" forName="Child1" refType="h" fact="0.3124"/>
            </dgm:constrLst>
          </dgm:if>
          <dgm:if name="Name8" axis="ch" ptType="node" func="cnt" op="equ" val="5">
            <dgm:alg type="composite">
              <dgm:param type="ar" val="3.0325"/>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4" refType="primFontSz" refFor="des" refForName="Parent1" op="lte"/>
              <dgm:constr type="primFontSz" for="des" forName="Child5"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4" refType="primFontSz" refFor="des" refForName="Parent2" op="lte"/>
              <dgm:constr type="primFontSz" for="des" forName="Child5"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Child4" refType="primFontSz" refFor="des" refForName="Parent3" op="lte"/>
              <dgm:constr type="primFontSz" for="des" forName="Child5" refType="primFontSz" refFor="des" refForName="Parent3" op="lte"/>
              <dgm:constr type="primFontSz" for="des" forName="Child1" refType="primFontSz" refFor="des" refForName="Parent4" op="lte"/>
              <dgm:constr type="primFontSz" for="des" forName="Child2" refType="primFontSz" refFor="des" refForName="Parent4" op="lte"/>
              <dgm:constr type="primFontSz" for="des" forName="Child3" refType="primFontSz" refFor="des" refForName="Parent4" op="lte"/>
              <dgm:constr type="primFontSz" for="des" forName="Child4" refType="primFontSz" refFor="des" refForName="Parent4" op="lte"/>
              <dgm:constr type="primFontSz" for="des" forName="Child5" refType="primFontSz" refFor="des" refForName="Parent4" op="lte"/>
              <dgm:constr type="primFontSz" for="des" forName="Child1" refType="primFontSz" refFor="des" refForName="Parent5" op="lte"/>
              <dgm:constr type="primFontSz" for="des" forName="Child2" refType="primFontSz" refFor="des" refForName="Parent5" op="lte"/>
              <dgm:constr type="primFontSz" for="des" forName="Child3" refType="primFontSz" refFor="des" refForName="Parent5" op="lte"/>
              <dgm:constr type="primFontSz" for="des" forName="Child4" refType="primFontSz" refFor="des" refForName="Parent5" op="lte"/>
              <dgm:constr type="primFontSz" for="des" forName="Child5" refType="primFontSz" refFor="des" refForName="Parent5" op="lte"/>
              <dgm:constr type="primFontSz" for="des" forName="Parent2" refType="primFontSz" refFor="des" refForName="Parent1" op="equ"/>
              <dgm:constr type="primFontSz" for="des" forName="Parent3" refType="primFontSz" refFor="des" refForName="Parent1" op="equ"/>
              <dgm:constr type="primFontSz" for="des" forName="Parent4" refType="primFontSz" refFor="des" refForName="Parent1" op="equ"/>
              <dgm:constr type="primFontSz" for="des" forName="Parent5" refType="primFontSz" refFor="des" refForName="Parent1" op="equ"/>
              <dgm:constr type="primFontSz" for="des" forName="Child2" refType="primFontSz" refFor="des" refForName="Child1" op="equ"/>
              <dgm:constr type="primFontSz" for="des" forName="Child3" refType="primFontSz" refFor="des" refForName="Child1" op="equ"/>
              <dgm:constr type="primFontSz" for="des" forName="Child4" refType="primFontSz" refFor="des" refForName="Child1" op="equ"/>
              <dgm:constr type="primFontSz" for="des" forName="Child5" refType="primFontSz" refFor="des" refForName="Child1" op="equ"/>
              <dgm:constr type="l" for="ch" forName="Parent5" refType="w" fact="0.8434"/>
              <dgm:constr type="t" for="ch" forName="Parent5" refType="h" fact="0.2022"/>
              <dgm:constr type="w" for="ch" forName="Parent5" refType="w" fact="0.1253"/>
              <dgm:constr type="h" for="ch" forName="Parent5" refType="h" fact="0.3799"/>
              <dgm:constr type="l" for="ch" forName="Parent4" refType="w" fact="0.6492"/>
              <dgm:constr type="t" for="ch" forName="Parent4" refType="h" fact="0.2022"/>
              <dgm:constr type="w" for="ch" forName="Parent4" refType="w" fact="0.1253"/>
              <dgm:constr type="h" for="ch" forName="Parent4" refType="h" fact="0.3799"/>
              <dgm:constr type="l" for="ch" forName="Parent3" refType="w" fact="0.455"/>
              <dgm:constr type="t" for="ch" forName="Parent3" refType="h" fact="0.2022"/>
              <dgm:constr type="w" for="ch" forName="Parent3" refType="w" fact="0.1253"/>
              <dgm:constr type="h" for="ch" forName="Parent3" refType="h" fact="0.3799"/>
              <dgm:constr type="l" for="ch" forName="Parent2" refType="w" fact="0.2609"/>
              <dgm:constr type="t" for="ch" forName="Parent2" refType="h" fact="0.2022"/>
              <dgm:constr type="w" for="ch" forName="Parent2" refType="w" fact="0.1253"/>
              <dgm:constr type="h" for="ch" forName="Parent2" refType="h" fact="0.3799"/>
              <dgm:constr type="l" for="ch" forName="Parent1" refType="w" fact="0.0667"/>
              <dgm:constr type="t" for="ch" forName="Parent1" refType="h" fact="0.2022"/>
              <dgm:constr type="w" for="ch" forName="Parent1" refType="w" fact="0.1253"/>
              <dgm:constr type="h" for="ch" forName="Parent1" refType="h" fact="0.3799"/>
              <dgm:constr type="l" for="ch" forName="Accent5" refType="w" fact="0.8121"/>
              <dgm:constr type="t" for="ch" forName="Accent5" refType="h" fact="0.1072"/>
              <dgm:constr type="w" for="ch" forName="Accent5" refType="w" fact="0.1879"/>
              <dgm:constr type="h" for="ch" forName="Accent5" refType="h" fact="0.5699"/>
              <dgm:constr type="l" for="ch" forName="ParentBackground5" refType="w" fact="0.8183"/>
              <dgm:constr type="t" for="ch" forName="ParentBackground5" refType="h" fact="0.1262"/>
              <dgm:constr type="w" for="ch" forName="ParentBackground5" refType="w" fact="0.1754"/>
              <dgm:constr type="h" for="ch" forName="ParentBackground5" refType="h" fact="0.5319"/>
              <dgm:constr type="l" for="ch" forName="Child5" refType="w" fact="0.8183"/>
              <dgm:constr type="t" for="ch" forName="Child5" refType="h" fact="0.6876"/>
              <dgm:constr type="w" for="ch" forName="Child5" refType="w" fact="0.1754"/>
              <dgm:constr type="h" for="ch" forName="Child5" refType="h" fact="0.3124"/>
              <dgm:constr type="l" for="ch" forName="Accent4" refType="w" fact="0.5789"/>
              <dgm:constr type="t" for="ch" forName="Accent4" refType="h" fact="-0.0109"/>
              <dgm:constr type="w" for="ch" forName="Accent4" refType="w" fact="0.2657"/>
              <dgm:constr type="h" for="ch" forName="Accent4" refType="h" fact="0.806"/>
              <dgm:constr type="l" for="ch" forName="ParentBackground4" refType="w" fact="0.6242"/>
              <dgm:constr type="t" for="ch" forName="ParentBackground4" refType="h" fact="0.1262"/>
              <dgm:constr type="w" for="ch" forName="ParentBackground4" refType="w" fact="0.1754"/>
              <dgm:constr type="h" for="ch" forName="ParentBackground4" refType="h" fact="0.5319"/>
              <dgm:constr type="l" for="ch" forName="Child4" refType="w" fact="0.6242"/>
              <dgm:constr type="t" for="ch" forName="Child4" refType="h" fact="0.6876"/>
              <dgm:constr type="w" for="ch" forName="Child4" refType="w" fact="0.1754"/>
              <dgm:constr type="h" for="ch" forName="Child4" refType="h" fact="0.3124"/>
              <dgm:constr type="l" for="ch" forName="Accent3" refType="w" fact="0.3848"/>
              <dgm:constr type="t" for="ch" forName="Accent3" refType="h" fact="-0.0109"/>
              <dgm:constr type="w" for="ch" forName="Accent3" refType="w" fact="0.2657"/>
              <dgm:constr type="h" for="ch" forName="Accent3" refType="h" fact="0.806"/>
              <dgm:constr type="l" for="ch" forName="ParentBackground3" refType="w" fact="0.43"/>
              <dgm:constr type="t" for="ch" forName="ParentBackground3" refType="h" fact="0.1262"/>
              <dgm:constr type="w" for="ch" forName="ParentBackground3" refType="w" fact="0.1754"/>
              <dgm:constr type="h" for="ch" forName="ParentBackground3" refType="h" fact="0.5319"/>
              <dgm:constr type="l" for="ch" forName="Child3" refType="w" fact="0.43"/>
              <dgm:constr type="t" for="ch" forName="Child3" refType="h" fact="0.6876"/>
              <dgm:constr type="w" for="ch" forName="Child3" refType="w" fact="0.1754"/>
              <dgm:constr type="h" for="ch" forName="Child3" refType="h" fact="0.3124"/>
              <dgm:constr type="l" for="ch" forName="Accent2" refType="w" fact="0.1906"/>
              <dgm:constr type="t" for="ch" forName="Accent2" refType="h" fact="-0.0109"/>
              <dgm:constr type="w" for="ch" forName="Accent2" refType="w" fact="0.2657"/>
              <dgm:constr type="h" for="ch" forName="Accent2" refType="h" fact="0.806"/>
              <dgm:constr type="l" for="ch" forName="ParentBackground2" refType="w" fact="0.2358"/>
              <dgm:constr type="t" for="ch" forName="ParentBackground2" refType="h" fact="0.1262"/>
              <dgm:constr type="w" for="ch" forName="ParentBackground2" refType="w" fact="0.1754"/>
              <dgm:constr type="h" for="ch" forName="ParentBackground2" refType="h" fact="0.5319"/>
              <dgm:constr type="l" for="ch" forName="Child2" refType="w" fact="0.2358"/>
              <dgm:constr type="t" for="ch" forName="Child2" refType="h" fact="0.6876"/>
              <dgm:constr type="w" for="ch" forName="Child2" refType="w" fact="0.1754"/>
              <dgm:constr type="h" for="ch" forName="Child2" refType="h" fact="0.3124"/>
              <dgm:constr type="l" for="ch" forName="Accent1" refType="w" fact="-0.0036"/>
              <dgm:constr type="t" for="ch" forName="Accent1" refType="h" fact="-0.0109"/>
              <dgm:constr type="w" for="ch" forName="Accent1" refType="w" fact="0.2657"/>
              <dgm:constr type="h" for="ch" forName="Accent1" refType="h" fact="0.806"/>
              <dgm:constr type="l" for="ch" forName="ParentBackground1" refType="w" fact="0.0416"/>
              <dgm:constr type="t" for="ch" forName="ParentBackground1" refType="h" fact="0.1262"/>
              <dgm:constr type="w" for="ch" forName="ParentBackground1" refType="w" fact="0.1754"/>
              <dgm:constr type="h" for="ch" forName="ParentBackground1" refType="h" fact="0.5319"/>
              <dgm:constr type="l" for="ch" forName="Child1" refType="w" fact="0.0416"/>
              <dgm:constr type="t" for="ch" forName="Child1" refType="h" fact="0.6876"/>
              <dgm:constr type="w" for="ch" forName="Child1" refType="w" fact="0.1754"/>
              <dgm:constr type="h" for="ch" forName="Child1" refType="h" fact="0.3124"/>
            </dgm:constrLst>
          </dgm:if>
          <dgm:if name="Name9" axis="ch" ptType="node" func="cnt" op="equ" val="6">
            <dgm:alg type="composite">
              <dgm:param type="ar" val="3.6214"/>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4" refType="primFontSz" refFor="des" refForName="Parent1" op="lte"/>
              <dgm:constr type="primFontSz" for="des" forName="Child5" refType="primFontSz" refFor="des" refForName="Parent1" op="lte"/>
              <dgm:constr type="primFontSz" for="des" forName="Child6"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4" refType="primFontSz" refFor="des" refForName="Parent2" op="lte"/>
              <dgm:constr type="primFontSz" for="des" forName="Child5" refType="primFontSz" refFor="des" refForName="Parent2" op="lte"/>
              <dgm:constr type="primFontSz" for="des" forName="Child6"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Child4" refType="primFontSz" refFor="des" refForName="Parent3" op="lte"/>
              <dgm:constr type="primFontSz" for="des" forName="Child5" refType="primFontSz" refFor="des" refForName="Parent3" op="lte"/>
              <dgm:constr type="primFontSz" for="des" forName="Child6" refType="primFontSz" refFor="des" refForName="Parent3" op="lte"/>
              <dgm:constr type="primFontSz" for="des" forName="Child1" refType="primFontSz" refFor="des" refForName="Parent4" op="lte"/>
              <dgm:constr type="primFontSz" for="des" forName="Child2" refType="primFontSz" refFor="des" refForName="Parent4" op="lte"/>
              <dgm:constr type="primFontSz" for="des" forName="Child3" refType="primFontSz" refFor="des" refForName="Parent4" op="lte"/>
              <dgm:constr type="primFontSz" for="des" forName="Child4" refType="primFontSz" refFor="des" refForName="Parent4" op="lte"/>
              <dgm:constr type="primFontSz" for="des" forName="Child5" refType="primFontSz" refFor="des" refForName="Parent4" op="lte"/>
              <dgm:constr type="primFontSz" for="des" forName="Child6" refType="primFontSz" refFor="des" refForName="Parent4" op="lte"/>
              <dgm:constr type="primFontSz" for="des" forName="Child1" refType="primFontSz" refFor="des" refForName="Parent5" op="lte"/>
              <dgm:constr type="primFontSz" for="des" forName="Child2" refType="primFontSz" refFor="des" refForName="Parent5" op="lte"/>
              <dgm:constr type="primFontSz" for="des" forName="Child3" refType="primFontSz" refFor="des" refForName="Parent5" op="lte"/>
              <dgm:constr type="primFontSz" for="des" forName="Child4" refType="primFontSz" refFor="des" refForName="Parent5" op="lte"/>
              <dgm:constr type="primFontSz" for="des" forName="Child5" refType="primFontSz" refFor="des" refForName="Parent5" op="lte"/>
              <dgm:constr type="primFontSz" for="des" forName="Child6" refType="primFontSz" refFor="des" refForName="Parent5" op="lte"/>
              <dgm:constr type="primFontSz" for="des" forName="Child1" refType="primFontSz" refFor="des" refForName="Parent6" op="lte"/>
              <dgm:constr type="primFontSz" for="des" forName="Child2" refType="primFontSz" refFor="des" refForName="Parent6" op="lte"/>
              <dgm:constr type="primFontSz" for="des" forName="Child3" refType="primFontSz" refFor="des" refForName="Parent6" op="lte"/>
              <dgm:constr type="primFontSz" for="des" forName="Child4" refType="primFontSz" refFor="des" refForName="Parent6" op="lte"/>
              <dgm:constr type="primFontSz" for="des" forName="Child5" refType="primFontSz" refFor="des" refForName="Parent6" op="lte"/>
              <dgm:constr type="primFontSz" for="des" forName="Child6" refType="primFontSz" refFor="des" refForName="Parent6" op="lte"/>
              <dgm:constr type="primFontSz" for="des" forName="Parent2" refType="primFontSz" refFor="des" refForName="Parent1" op="equ"/>
              <dgm:constr type="primFontSz" for="des" forName="Parent3" refType="primFontSz" refFor="des" refForName="Parent1" op="equ"/>
              <dgm:constr type="primFontSz" for="des" forName="Parent4" refType="primFontSz" refFor="des" refForName="Parent1" op="equ"/>
              <dgm:constr type="primFontSz" for="des" forName="Parent5" refType="primFontSz" refFor="des" refForName="Parent1" op="equ"/>
              <dgm:constr type="primFontSz" for="des" forName="Parent6" refType="primFontSz" refFor="des" refForName="Parent1" op="equ"/>
              <dgm:constr type="primFontSz" for="des" forName="Child2" refType="primFontSz" refFor="des" refForName="Child1" op="equ"/>
              <dgm:constr type="primFontSz" for="des" forName="Child3" refType="primFontSz" refFor="des" refForName="Child1" op="equ"/>
              <dgm:constr type="primFontSz" for="des" forName="Child4" refType="primFontSz" refFor="des" refForName="Child1" op="equ"/>
              <dgm:constr type="primFontSz" for="des" forName="Child5" refType="primFontSz" refFor="des" refForName="Child1" op="equ"/>
              <dgm:constr type="primFontSz" for="des" forName="Child6" refType="primFontSz" refFor="des" refForName="Child1" op="equ"/>
              <dgm:constr type="l" for="ch" forName="Parent6" refType="w" fact="0.8689"/>
              <dgm:constr type="t" for="ch" forName="Parent6" refType="h" fact="0.2022"/>
              <dgm:constr type="w" for="ch" forName="Parent6" refType="w" fact="0.1049"/>
              <dgm:constr type="h" for="ch" forName="Parent6" refType="h" fact="0.3799"/>
              <dgm:constr type="l" for="ch" forName="Parent5" refType="w" fact="0.7063"/>
              <dgm:constr type="t" for="ch" forName="Parent5" refType="h" fact="0.2022"/>
              <dgm:constr type="w" for="ch" forName="Parent5" refType="w" fact="0.1049"/>
              <dgm:constr type="h" for="ch" forName="Parent5" refType="h" fact="0.3799"/>
              <dgm:constr type="l" for="ch" forName="Parent4" refType="w" fact="0.5437"/>
              <dgm:constr type="t" for="ch" forName="Parent4" refType="h" fact="0.2022"/>
              <dgm:constr type="w" for="ch" forName="Parent4" refType="w" fact="0.1049"/>
              <dgm:constr type="h" for="ch" forName="Parent4" refType="h" fact="0.3799"/>
              <dgm:constr type="l" for="ch" forName="Parent3" refType="w" fact="0.381"/>
              <dgm:constr type="t" for="ch" forName="Parent3" refType="h" fact="0.2022"/>
              <dgm:constr type="w" for="ch" forName="Parent3" refType="w" fact="0.1049"/>
              <dgm:constr type="h" for="ch" forName="Parent3" refType="h" fact="0.3799"/>
              <dgm:constr type="l" for="ch" forName="Parent2" refType="w" fact="0.2184"/>
              <dgm:constr type="t" for="ch" forName="Parent2" refType="h" fact="0.2022"/>
              <dgm:constr type="w" for="ch" forName="Parent2" refType="w" fact="0.1049"/>
              <dgm:constr type="h" for="ch" forName="Parent2" refType="h" fact="0.3799"/>
              <dgm:constr type="l" for="ch" forName="Parent1" refType="w" fact="0.0558"/>
              <dgm:constr type="t" for="ch" forName="Parent1" refType="h" fact="0.2022"/>
              <dgm:constr type="w" for="ch" forName="Parent1" refType="w" fact="0.1049"/>
              <dgm:constr type="h" for="ch" forName="Parent1" refType="h" fact="0.3799"/>
              <dgm:constr type="l" for="ch" forName="Accent6" refType="w" fact="0.8426"/>
              <dgm:constr type="t" for="ch" forName="Accent6" refType="h" fact="0.1072"/>
              <dgm:constr type="w" for="ch" forName="Accent6" refType="w" fact="0.1574"/>
              <dgm:constr type="h" for="ch" forName="Accent6" refType="h" fact="0.5699"/>
              <dgm:constr type="l" for="ch" forName="ParentBackground6" refType="w" fact="0.8479"/>
              <dgm:constr type="t" for="ch" forName="ParentBackground6" refType="h" fact="0.1262"/>
              <dgm:constr type="w" for="ch" forName="ParentBackground6" refType="w" fact="0.1469"/>
              <dgm:constr type="h" for="ch" forName="ParentBackground6" refType="h" fact="0.5319"/>
              <dgm:constr type="l" for="ch" forName="Child6" refType="w" fact="0.8479"/>
              <dgm:constr type="t" for="ch" forName="Child6" refType="h" fact="0.6876"/>
              <dgm:constr type="w" for="ch" forName="Child6" refType="w" fact="0.1469"/>
              <dgm:constr type="h" for="ch" forName="Child6" refType="h" fact="0.3124"/>
              <dgm:constr type="l" for="ch" forName="Accent5" refType="w" fact="0.6474"/>
              <dgm:constr type="t" for="ch" forName="Accent5" refType="h" fact="-0.0109"/>
              <dgm:constr type="w" for="ch" forName="Accent5" refType="w" fact="0.2226"/>
              <dgm:constr type="h" for="ch" forName="Accent5" refType="h" fact="0.806"/>
              <dgm:constr type="l" for="ch" forName="ParentBackground5" refType="w" fact="0.6853"/>
              <dgm:constr type="t" for="ch" forName="ParentBackground5" refType="h" fact="0.1262"/>
              <dgm:constr type="w" for="ch" forName="ParentBackground5" refType="w" fact="0.1469"/>
              <dgm:constr type="h" for="ch" forName="ParentBackground5" refType="h" fact="0.5319"/>
              <dgm:constr type="l" for="ch" forName="Child5" refType="w" fact="0.6853"/>
              <dgm:constr type="t" for="ch" forName="Child5" refType="h" fact="0.6876"/>
              <dgm:constr type="w" for="ch" forName="Child5" refType="w" fact="0.1469"/>
              <dgm:constr type="h" for="ch" forName="Child5" refType="h" fact="0.3124"/>
              <dgm:constr type="l" for="ch" forName="Accent4" refType="w" fact="0.4848"/>
              <dgm:constr type="t" for="ch" forName="Accent4" refType="h" fact="-0.0109"/>
              <dgm:constr type="w" for="ch" forName="Accent4" refType="w" fact="0.2226"/>
              <dgm:constr type="h" for="ch" forName="Accent4" refType="h" fact="0.806"/>
              <dgm:constr type="l" for="ch" forName="ParentBackground4" refType="w" fact="0.5227"/>
              <dgm:constr type="t" for="ch" forName="ParentBackground4" refType="h" fact="0.1262"/>
              <dgm:constr type="w" for="ch" forName="ParentBackground4" refType="w" fact="0.1469"/>
              <dgm:constr type="h" for="ch" forName="ParentBackground4" refType="h" fact="0.5319"/>
              <dgm:constr type="l" for="ch" forName="Child4" refType="w" fact="0.5227"/>
              <dgm:constr type="t" for="ch" forName="Child4" refType="h" fact="0.6876"/>
              <dgm:constr type="w" for="ch" forName="Child4" refType="w" fact="0.1469"/>
              <dgm:constr type="h" for="ch" forName="Child4" refType="h" fact="0.3124"/>
              <dgm:constr type="l" for="ch" forName="Accent3" refType="w" fact="0.3222"/>
              <dgm:constr type="t" for="ch" forName="Accent3" refType="h" fact="-0.0109"/>
              <dgm:constr type="w" for="ch" forName="Accent3" refType="w" fact="0.2226"/>
              <dgm:constr type="h" for="ch" forName="Accent3" refType="h" fact="0.806"/>
              <dgm:constr type="l" for="ch" forName="ParentBackground3" refType="w" fact="0.3601"/>
              <dgm:constr type="t" for="ch" forName="ParentBackground3" refType="h" fact="0.1262"/>
              <dgm:constr type="w" for="ch" forName="ParentBackground3" refType="w" fact="0.1469"/>
              <dgm:constr type="h" for="ch" forName="ParentBackground3" refType="h" fact="0.5319"/>
              <dgm:constr type="l" for="ch" forName="Child3" refType="w" fact="0.3601"/>
              <dgm:constr type="t" for="ch" forName="Child3" refType="h" fact="0.6876"/>
              <dgm:constr type="w" for="ch" forName="Child3" refType="w" fact="0.1469"/>
              <dgm:constr type="h" for="ch" forName="Child3" refType="h" fact="0.3124"/>
              <dgm:constr type="l" for="ch" forName="Accent2" refType="w" fact="0.1596"/>
              <dgm:constr type="t" for="ch" forName="Accent2" refType="h" fact="-0.0109"/>
              <dgm:constr type="w" for="ch" forName="Accent2" refType="w" fact="0.2226"/>
              <dgm:constr type="h" for="ch" forName="Accent2" refType="h" fact="0.806"/>
              <dgm:constr type="l" for="ch" forName="ParentBackground2" refType="w" fact="0.1975"/>
              <dgm:constr type="t" for="ch" forName="ParentBackground2" refType="h" fact="0.1262"/>
              <dgm:constr type="w" for="ch" forName="ParentBackground2" refType="w" fact="0.1469"/>
              <dgm:constr type="h" for="ch" forName="ParentBackground2" refType="h" fact="0.5319"/>
              <dgm:constr type="l" for="ch" forName="Child2" refType="w" fact="0.1975"/>
              <dgm:constr type="t" for="ch" forName="Child2" refType="h" fact="0.6876"/>
              <dgm:constr type="w" for="ch" forName="Child2" refType="w" fact="0.1469"/>
              <dgm:constr type="h" for="ch" forName="Child2" refType="h" fact="0.3124"/>
              <dgm:constr type="l" for="ch" forName="Accent1" refType="w" fact="-0.003"/>
              <dgm:constr type="t" for="ch" forName="Accent1" refType="h" fact="-0.0109"/>
              <dgm:constr type="w" for="ch" forName="Accent1" refType="w" fact="0.2226"/>
              <dgm:constr type="h" for="ch" forName="Accent1" refType="h" fact="0.806"/>
              <dgm:constr type="l" for="ch" forName="ParentBackground1" refType="w" fact="0.0348"/>
              <dgm:constr type="t" for="ch" forName="ParentBackground1" refType="h" fact="0.1262"/>
              <dgm:constr type="w" for="ch" forName="ParentBackground1" refType="w" fact="0.1469"/>
              <dgm:constr type="h" for="ch" forName="ParentBackground1" refType="h" fact="0.5319"/>
              <dgm:constr type="l" for="ch" forName="Child1" refType="w" fact="0.0348"/>
              <dgm:constr type="t" for="ch" forName="Child1" refType="h" fact="0.6876"/>
              <dgm:constr type="w" for="ch" forName="Child1" refType="w" fact="0.1469"/>
              <dgm:constr type="h" for="ch" forName="Child1" refType="h" fact="0.3124"/>
            </dgm:constrLst>
          </dgm:if>
          <dgm:if name="Name10" axis="ch" ptType="node" func="cnt" op="equ" val="7">
            <dgm:alg type="composite">
              <dgm:param type="ar" val="4.2103"/>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4" refType="primFontSz" refFor="des" refForName="Parent1" op="lte"/>
              <dgm:constr type="primFontSz" for="des" forName="Child5" refType="primFontSz" refFor="des" refForName="Parent1" op="lte"/>
              <dgm:constr type="primFontSz" for="des" forName="Child6" refType="primFontSz" refFor="des" refForName="Parent1" op="lte"/>
              <dgm:constr type="primFontSz" for="des" forName="Child7"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4" refType="primFontSz" refFor="des" refForName="Parent2" op="lte"/>
              <dgm:constr type="primFontSz" for="des" forName="Child5" refType="primFontSz" refFor="des" refForName="Parent2" op="lte"/>
              <dgm:constr type="primFontSz" for="des" forName="Child6" refType="primFontSz" refFor="des" refForName="Parent2" op="lte"/>
              <dgm:constr type="primFontSz" for="des" forName="Child7"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Child4" refType="primFontSz" refFor="des" refForName="Parent3" op="lte"/>
              <dgm:constr type="primFontSz" for="des" forName="Child5" refType="primFontSz" refFor="des" refForName="Parent3" op="lte"/>
              <dgm:constr type="primFontSz" for="des" forName="Child6" refType="primFontSz" refFor="des" refForName="Parent3" op="lte"/>
              <dgm:constr type="primFontSz" for="des" forName="Child7" refType="primFontSz" refFor="des" refForName="Parent3" op="lte"/>
              <dgm:constr type="primFontSz" for="des" forName="Child1" refType="primFontSz" refFor="des" refForName="Parent4" op="lte"/>
              <dgm:constr type="primFontSz" for="des" forName="Child2" refType="primFontSz" refFor="des" refForName="Parent4" op="lte"/>
              <dgm:constr type="primFontSz" for="des" forName="Child3" refType="primFontSz" refFor="des" refForName="Parent4" op="lte"/>
              <dgm:constr type="primFontSz" for="des" forName="Child4" refType="primFontSz" refFor="des" refForName="Parent4" op="lte"/>
              <dgm:constr type="primFontSz" for="des" forName="Child5" refType="primFontSz" refFor="des" refForName="Parent4" op="lte"/>
              <dgm:constr type="primFontSz" for="des" forName="Child6" refType="primFontSz" refFor="des" refForName="Parent4" op="lte"/>
              <dgm:constr type="primFontSz" for="des" forName="Child7" refType="primFontSz" refFor="des" refForName="Parent4" op="lte"/>
              <dgm:constr type="primFontSz" for="des" forName="Child1" refType="primFontSz" refFor="des" refForName="Parent5" op="lte"/>
              <dgm:constr type="primFontSz" for="des" forName="Child2" refType="primFontSz" refFor="des" refForName="Parent5" op="lte"/>
              <dgm:constr type="primFontSz" for="des" forName="Child3" refType="primFontSz" refFor="des" refForName="Parent5" op="lte"/>
              <dgm:constr type="primFontSz" for="des" forName="Child4" refType="primFontSz" refFor="des" refForName="Parent5" op="lte"/>
              <dgm:constr type="primFontSz" for="des" forName="Child5" refType="primFontSz" refFor="des" refForName="Parent5" op="lte"/>
              <dgm:constr type="primFontSz" for="des" forName="Child6" refType="primFontSz" refFor="des" refForName="Parent5" op="lte"/>
              <dgm:constr type="primFontSz" for="des" forName="Child7" refType="primFontSz" refFor="des" refForName="Parent5" op="lte"/>
              <dgm:constr type="primFontSz" for="des" forName="Child1" refType="primFontSz" refFor="des" refForName="Parent6" op="lte"/>
              <dgm:constr type="primFontSz" for="des" forName="Child2" refType="primFontSz" refFor="des" refForName="Parent6" op="lte"/>
              <dgm:constr type="primFontSz" for="des" forName="Child3" refType="primFontSz" refFor="des" refForName="Parent6" op="lte"/>
              <dgm:constr type="primFontSz" for="des" forName="Child4" refType="primFontSz" refFor="des" refForName="Parent6" op="lte"/>
              <dgm:constr type="primFontSz" for="des" forName="Child5" refType="primFontSz" refFor="des" refForName="Parent6" op="lte"/>
              <dgm:constr type="primFontSz" for="des" forName="Child6" refType="primFontSz" refFor="des" refForName="Parent6" op="lte"/>
              <dgm:constr type="primFontSz" for="des" forName="Child7" refType="primFontSz" refFor="des" refForName="Parent6" op="lte"/>
              <dgm:constr type="primFontSz" for="des" forName="Child1" refType="primFontSz" refFor="des" refForName="Parent7" op="lte"/>
              <dgm:constr type="primFontSz" for="des" forName="Child2" refType="primFontSz" refFor="des" refForName="Parent7" op="lte"/>
              <dgm:constr type="primFontSz" for="des" forName="Child3" refType="primFontSz" refFor="des" refForName="Parent7" op="lte"/>
              <dgm:constr type="primFontSz" for="des" forName="Child4" refType="primFontSz" refFor="des" refForName="Parent7" op="lte"/>
              <dgm:constr type="primFontSz" for="des" forName="Child5" refType="primFontSz" refFor="des" refForName="Parent7" op="lte"/>
              <dgm:constr type="primFontSz" for="des" forName="Child6" refType="primFontSz" refFor="des" refForName="Parent7" op="lte"/>
              <dgm:constr type="primFontSz" for="des" forName="Child7" refType="primFontSz" refFor="des" refForName="Parent7" op="lte"/>
              <dgm:constr type="primFontSz" for="des" forName="Parent2" refType="primFontSz" refFor="des" refForName="Parent1" op="equ"/>
              <dgm:constr type="primFontSz" for="des" forName="Parent3" refType="primFontSz" refFor="des" refForName="Parent1" op="equ"/>
              <dgm:constr type="primFontSz" for="des" forName="Parent4" refType="primFontSz" refFor="des" refForName="Parent1" op="equ"/>
              <dgm:constr type="primFontSz" for="des" forName="Parent5" refType="primFontSz" refFor="des" refForName="Parent1" op="equ"/>
              <dgm:constr type="primFontSz" for="des" forName="Parent6" refType="primFontSz" refFor="des" refForName="Parent1" op="equ"/>
              <dgm:constr type="primFontSz" for="des" forName="Parent7" refType="primFontSz" refFor="des" refForName="Parent1" op="equ"/>
              <dgm:constr type="primFontSz" for="des" forName="Child2" refType="primFontSz" refFor="des" refForName="Child1" op="equ"/>
              <dgm:constr type="primFontSz" for="des" forName="Child3" refType="primFontSz" refFor="des" refForName="Child1" op="equ"/>
              <dgm:constr type="primFontSz" for="des" forName="Child4" refType="primFontSz" refFor="des" refForName="Child1" op="equ"/>
              <dgm:constr type="primFontSz" for="des" forName="Child5" refType="primFontSz" refFor="des" refForName="Child1" op="equ"/>
              <dgm:constr type="primFontSz" for="des" forName="Child6" refType="primFontSz" refFor="des" refForName="Child1" op="equ"/>
              <dgm:constr type="primFontSz" for="des" forName="Child7" refType="primFontSz" refFor="des" refForName="Child1" op="equ"/>
              <dgm:constr type="l" for="ch" forName="Parent7" refType="w" fact="0.8872"/>
              <dgm:constr type="t" for="ch" forName="Parent7" refType="h" fact="0.2022"/>
              <dgm:constr type="w" for="ch" forName="Parent7" refType="w" fact="0.0902"/>
              <dgm:constr type="h" for="ch" forName="Parent7" refType="h" fact="0.3799"/>
              <dgm:constr type="l" for="ch" forName="Parent6" refType="w" fact="0.7473"/>
              <dgm:constr type="t" for="ch" forName="Parent6" refType="h" fact="0.2022"/>
              <dgm:constr type="w" for="ch" forName="Parent6" refType="w" fact="0.0902"/>
              <dgm:constr type="h" for="ch" forName="Parent6" refType="h" fact="0.3799"/>
              <dgm:constr type="l" for="ch" forName="Parent5" refType="w" fact="0.6075"/>
              <dgm:constr type="t" for="ch" forName="Parent5" refType="h" fact="0.2022"/>
              <dgm:constr type="w" for="ch" forName="Parent5" refType="w" fact="0.0902"/>
              <dgm:constr type="h" for="ch" forName="Parent5" refType="h" fact="0.3799"/>
              <dgm:constr type="l" for="ch" forName="Parent4" refType="w" fact="0.4676"/>
              <dgm:constr type="t" for="ch" forName="Parent4" refType="h" fact="0.2022"/>
              <dgm:constr type="w" for="ch" forName="Parent4" refType="w" fact="0.0902"/>
              <dgm:constr type="h" for="ch" forName="Parent4" refType="h" fact="0.3799"/>
              <dgm:constr type="l" for="ch" forName="Parent3" refType="w" fact="0.3277"/>
              <dgm:constr type="t" for="ch" forName="Parent3" refType="h" fact="0.2022"/>
              <dgm:constr type="w" for="ch" forName="Parent3" refType="w" fact="0.0902"/>
              <dgm:constr type="h" for="ch" forName="Parent3" refType="h" fact="0.3799"/>
              <dgm:constr type="l" for="ch" forName="Parent2" refType="w" fact="0.1879"/>
              <dgm:constr type="t" for="ch" forName="Parent2" refType="h" fact="0.2022"/>
              <dgm:constr type="w" for="ch" forName="Parent2" refType="w" fact="0.0902"/>
              <dgm:constr type="h" for="ch" forName="Parent2" refType="h" fact="0.3799"/>
              <dgm:constr type="l" for="ch" forName="Parent1" refType="w" fact="0.048"/>
              <dgm:constr type="t" for="ch" forName="Parent1" refType="h" fact="0.2022"/>
              <dgm:constr type="w" for="ch" forName="Parent1" refType="w" fact="0.0902"/>
              <dgm:constr type="h" for="ch" forName="Parent1" refType="h" fact="0.3799"/>
              <dgm:constr type="l" for="ch" forName="Accent7" refType="w" fact="0.8646"/>
              <dgm:constr type="t" for="ch" forName="Accent7" refType="h" fact="0.1072"/>
              <dgm:constr type="w" for="ch" forName="Accent7" refType="w" fact="0.1354"/>
              <dgm:constr type="h" for="ch" forName="Accent7" refType="h" fact="0.5699"/>
              <dgm:constr type="l" for="ch" forName="ParentBackground7" refType="w" fact="0.8692"/>
              <dgm:constr type="t" for="ch" forName="ParentBackground7" refType="h" fact="0.1262"/>
              <dgm:constr type="w" for="ch" forName="ParentBackground7" refType="w" fact="0.1263"/>
              <dgm:constr type="h" for="ch" forName="ParentBackground7" refType="h" fact="0.5319"/>
              <dgm:constr type="l" for="ch" forName="Child7" refType="w" fact="0.8692"/>
              <dgm:constr type="t" for="ch" forName="Child7" refType="h" fact="0.6876"/>
              <dgm:constr type="w" for="ch" forName="Child7" refType="w" fact="0.1263"/>
              <dgm:constr type="h" for="ch" forName="Child7" refType="h" fact="0.3124"/>
              <dgm:constr type="l" for="ch" forName="Accent6" refType="w" fact="0.6967"/>
              <dgm:constr type="t" for="ch" forName="Accent6" refType="h" fact="-0.0109"/>
              <dgm:constr type="w" for="ch" forName="Accent6" refType="w" fact="0.1915"/>
              <dgm:constr type="h" for="ch" forName="Accent6" refType="h" fact="0.806"/>
              <dgm:constr type="l" for="ch" forName="ParentBackground6" refType="w" fact="0.7293"/>
              <dgm:constr type="t" for="ch" forName="ParentBackground6" refType="h" fact="0.1262"/>
              <dgm:constr type="w" for="ch" forName="ParentBackground6" refType="w" fact="0.1263"/>
              <dgm:constr type="h" for="ch" forName="ParentBackground6" refType="h" fact="0.5319"/>
              <dgm:constr type="l" for="ch" forName="Child6" refType="w" fact="0.7293"/>
              <dgm:constr type="t" for="ch" forName="Child6" refType="h" fact="0.6876"/>
              <dgm:constr type="w" for="ch" forName="Child6" refType="w" fact="0.1263"/>
              <dgm:constr type="h" for="ch" forName="Child6" refType="h" fact="0.3124"/>
              <dgm:constr type="l" for="ch" forName="Accent5" refType="w" fact="0.5569"/>
              <dgm:constr type="t" for="ch" forName="Accent5" refType="h" fact="-0.0109"/>
              <dgm:constr type="w" for="ch" forName="Accent5" refType="w" fact="0.1915"/>
              <dgm:constr type="h" for="ch" forName="Accent5" refType="h" fact="0.806"/>
              <dgm:constr type="l" for="ch" forName="ParentBackground5" refType="w" fact="0.5894"/>
              <dgm:constr type="t" for="ch" forName="ParentBackground5" refType="h" fact="0.1262"/>
              <dgm:constr type="w" for="ch" forName="ParentBackground5" refType="w" fact="0.1263"/>
              <dgm:constr type="h" for="ch" forName="ParentBackground5" refType="h" fact="0.5319"/>
              <dgm:constr type="l" for="ch" forName="Child5" refType="w" fact="0.5894"/>
              <dgm:constr type="t" for="ch" forName="Child5" refType="h" fact="0.6876"/>
              <dgm:constr type="w" for="ch" forName="Child5" refType="w" fact="0.1263"/>
              <dgm:constr type="h" for="ch" forName="Child5" refType="h" fact="0.3124"/>
              <dgm:constr type="l" for="ch" forName="Accent4" refType="w" fact="0.417"/>
              <dgm:constr type="t" for="ch" forName="Accent4" refType="h" fact="-0.0109"/>
              <dgm:constr type="w" for="ch" forName="Accent4" refType="w" fact="0.1915"/>
              <dgm:constr type="h" for="ch" forName="Accent4" refType="h" fact="0.806"/>
              <dgm:constr type="l" for="ch" forName="ParentBackground4" refType="w" fact="0.4496"/>
              <dgm:constr type="t" for="ch" forName="ParentBackground4" refType="h" fact="0.1262"/>
              <dgm:constr type="w" for="ch" forName="ParentBackground4" refType="w" fact="0.1263"/>
              <dgm:constr type="h" for="ch" forName="ParentBackground4" refType="h" fact="0.5319"/>
              <dgm:constr type="l" for="ch" forName="Child4" refType="w" fact="0.4496"/>
              <dgm:constr type="t" for="ch" forName="Child4" refType="h" fact="0.6876"/>
              <dgm:constr type="w" for="ch" forName="Child4" refType="w" fact="0.1263"/>
              <dgm:constr type="h" for="ch" forName="Child4" refType="h" fact="0.3124"/>
              <dgm:constr type="l" for="ch" forName="Accent3" refType="w" fact="0.2771"/>
              <dgm:constr type="t" for="ch" forName="Accent3" refType="h" fact="-0.0109"/>
              <dgm:constr type="w" for="ch" forName="Accent3" refType="w" fact="0.1915"/>
              <dgm:constr type="h" for="ch" forName="Accent3" refType="h" fact="0.806"/>
              <dgm:constr type="l" for="ch" forName="ParentBackground3" refType="w" fact="0.3097"/>
              <dgm:constr type="t" for="ch" forName="ParentBackground3" refType="h" fact="0.1262"/>
              <dgm:constr type="w" for="ch" forName="ParentBackground3" refType="w" fact="0.1263"/>
              <dgm:constr type="h" for="ch" forName="ParentBackground3" refType="h" fact="0.5319"/>
              <dgm:constr type="l" for="ch" forName="Child3" refType="w" fact="0.3097"/>
              <dgm:constr type="t" for="ch" forName="Child3" refType="h" fact="0.6876"/>
              <dgm:constr type="w" for="ch" forName="Child3" refType="w" fact="0.1263"/>
              <dgm:constr type="h" for="ch" forName="Child3" refType="h" fact="0.3124"/>
              <dgm:constr type="l" for="ch" forName="Accent2" refType="w" fact="0.1373"/>
              <dgm:constr type="t" for="ch" forName="Accent2" refType="h" fact="-0.0109"/>
              <dgm:constr type="w" for="ch" forName="Accent2" refType="w" fact="0.1915"/>
              <dgm:constr type="h" for="ch" forName="Accent2" refType="h" fact="0.806"/>
              <dgm:constr type="l" for="ch" forName="ParentBackground2" refType="w" fact="0.1698"/>
              <dgm:constr type="t" for="ch" forName="ParentBackground2" refType="h" fact="0.1262"/>
              <dgm:constr type="w" for="ch" forName="ParentBackground2" refType="w" fact="0.1263"/>
              <dgm:constr type="h" for="ch" forName="ParentBackground2" refType="h" fact="0.5319"/>
              <dgm:constr type="l" for="ch" forName="Child2" refType="w" fact="0.1698"/>
              <dgm:constr type="t" for="ch" forName="Child2" refType="h" fact="0.6876"/>
              <dgm:constr type="w" for="ch" forName="Child2" refType="w" fact="0.1263"/>
              <dgm:constr type="h" for="ch" forName="Child2" refType="h" fact="0.3124"/>
              <dgm:constr type="l" for="ch" forName="Accent1" refType="w" fact="-0.0026"/>
              <dgm:constr type="t" for="ch" forName="Accent1" refType="h" fact="-0.0109"/>
              <dgm:constr type="w" for="ch" forName="Accent1" refType="w" fact="0.1915"/>
              <dgm:constr type="h" for="ch" forName="Accent1" refType="h" fact="0.806"/>
              <dgm:constr type="l" for="ch" forName="ParentBackground1" refType="w" fact="0.03"/>
              <dgm:constr type="t" for="ch" forName="ParentBackground1" refType="h" fact="0.1262"/>
              <dgm:constr type="w" for="ch" forName="ParentBackground1" refType="w" fact="0.1263"/>
              <dgm:constr type="h" for="ch" forName="ParentBackground1" refType="h" fact="0.5319"/>
              <dgm:constr type="l" for="ch" forName="Child1" refType="w" fact="0.03"/>
              <dgm:constr type="t" for="ch" forName="Child1" refType="h" fact="0.6876"/>
              <dgm:constr type="w" for="ch" forName="Child1" refType="w" fact="0.1263"/>
              <dgm:constr type="h" for="ch" forName="Child1" refType="h" fact="0.3124"/>
            </dgm:constrLst>
          </dgm:if>
          <dgm:if name="Name11" axis="ch" ptType="node" func="cnt" op="equ" val="8">
            <dgm:alg type="composite">
              <dgm:param type="ar" val="4.7991"/>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4" refType="primFontSz" refFor="des" refForName="Parent1" op="lte"/>
              <dgm:constr type="primFontSz" for="des" forName="Child5" refType="primFontSz" refFor="des" refForName="Parent1" op="lte"/>
              <dgm:constr type="primFontSz" for="des" forName="Child6" refType="primFontSz" refFor="des" refForName="Parent1" op="lte"/>
              <dgm:constr type="primFontSz" for="des" forName="Child7" refType="primFontSz" refFor="des" refForName="Parent1" op="lte"/>
              <dgm:constr type="primFontSz" for="des" forName="Child8"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4" refType="primFontSz" refFor="des" refForName="Parent2" op="lte"/>
              <dgm:constr type="primFontSz" for="des" forName="Child5" refType="primFontSz" refFor="des" refForName="Parent2" op="lte"/>
              <dgm:constr type="primFontSz" for="des" forName="Child6" refType="primFontSz" refFor="des" refForName="Parent2" op="lte"/>
              <dgm:constr type="primFontSz" for="des" forName="Child7" refType="primFontSz" refFor="des" refForName="Parent2" op="lte"/>
              <dgm:constr type="primFontSz" for="des" forName="Child8"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Child4" refType="primFontSz" refFor="des" refForName="Parent3" op="lte"/>
              <dgm:constr type="primFontSz" for="des" forName="Child5" refType="primFontSz" refFor="des" refForName="Parent3" op="lte"/>
              <dgm:constr type="primFontSz" for="des" forName="Child6" refType="primFontSz" refFor="des" refForName="Parent3" op="lte"/>
              <dgm:constr type="primFontSz" for="des" forName="Child7" refType="primFontSz" refFor="des" refForName="Parent3" op="lte"/>
              <dgm:constr type="primFontSz" for="des" forName="Child8" refType="primFontSz" refFor="des" refForName="Parent3" op="lte"/>
              <dgm:constr type="primFontSz" for="des" forName="Child1" refType="primFontSz" refFor="des" refForName="Parent4" op="lte"/>
              <dgm:constr type="primFontSz" for="des" forName="Child2" refType="primFontSz" refFor="des" refForName="Parent4" op="lte"/>
              <dgm:constr type="primFontSz" for="des" forName="Child3" refType="primFontSz" refFor="des" refForName="Parent4" op="lte"/>
              <dgm:constr type="primFontSz" for="des" forName="Child4" refType="primFontSz" refFor="des" refForName="Parent4" op="lte"/>
              <dgm:constr type="primFontSz" for="des" forName="Child5" refType="primFontSz" refFor="des" refForName="Parent4" op="lte"/>
              <dgm:constr type="primFontSz" for="des" forName="Child6" refType="primFontSz" refFor="des" refForName="Parent4" op="lte"/>
              <dgm:constr type="primFontSz" for="des" forName="Child7" refType="primFontSz" refFor="des" refForName="Parent4" op="lte"/>
              <dgm:constr type="primFontSz" for="des" forName="Child8" refType="primFontSz" refFor="des" refForName="Parent4" op="lte"/>
              <dgm:constr type="primFontSz" for="des" forName="Child1" refType="primFontSz" refFor="des" refForName="Parent5" op="lte"/>
              <dgm:constr type="primFontSz" for="des" forName="Child2" refType="primFontSz" refFor="des" refForName="Parent5" op="lte"/>
              <dgm:constr type="primFontSz" for="des" forName="Child3" refType="primFontSz" refFor="des" refForName="Parent5" op="lte"/>
              <dgm:constr type="primFontSz" for="des" forName="Child4" refType="primFontSz" refFor="des" refForName="Parent5" op="lte"/>
              <dgm:constr type="primFontSz" for="des" forName="Child5" refType="primFontSz" refFor="des" refForName="Parent5" op="lte"/>
              <dgm:constr type="primFontSz" for="des" forName="Child6" refType="primFontSz" refFor="des" refForName="Parent5" op="lte"/>
              <dgm:constr type="primFontSz" for="des" forName="Child7" refType="primFontSz" refFor="des" refForName="Parent5" op="lte"/>
              <dgm:constr type="primFontSz" for="des" forName="Child8" refType="primFontSz" refFor="des" refForName="Parent5" op="lte"/>
              <dgm:constr type="primFontSz" for="des" forName="Child1" refType="primFontSz" refFor="des" refForName="Parent6" op="lte"/>
              <dgm:constr type="primFontSz" for="des" forName="Child2" refType="primFontSz" refFor="des" refForName="Parent6" op="lte"/>
              <dgm:constr type="primFontSz" for="des" forName="Child3" refType="primFontSz" refFor="des" refForName="Parent6" op="lte"/>
              <dgm:constr type="primFontSz" for="des" forName="Child4" refType="primFontSz" refFor="des" refForName="Parent6" op="lte"/>
              <dgm:constr type="primFontSz" for="des" forName="Child5" refType="primFontSz" refFor="des" refForName="Parent6" op="lte"/>
              <dgm:constr type="primFontSz" for="des" forName="Child6" refType="primFontSz" refFor="des" refForName="Parent6" op="lte"/>
              <dgm:constr type="primFontSz" for="des" forName="Child7" refType="primFontSz" refFor="des" refForName="Parent6" op="lte"/>
              <dgm:constr type="primFontSz" for="des" forName="Child8" refType="primFontSz" refFor="des" refForName="Parent6" op="lte"/>
              <dgm:constr type="primFontSz" for="des" forName="Child1" refType="primFontSz" refFor="des" refForName="Parent7" op="lte"/>
              <dgm:constr type="primFontSz" for="des" forName="Child2" refType="primFontSz" refFor="des" refForName="Parent7" op="lte"/>
              <dgm:constr type="primFontSz" for="des" forName="Child3" refType="primFontSz" refFor="des" refForName="Parent7" op="lte"/>
              <dgm:constr type="primFontSz" for="des" forName="Child4" refType="primFontSz" refFor="des" refForName="Parent7" op="lte"/>
              <dgm:constr type="primFontSz" for="des" forName="Child5" refType="primFontSz" refFor="des" refForName="Parent7" op="lte"/>
              <dgm:constr type="primFontSz" for="des" forName="Child6" refType="primFontSz" refFor="des" refForName="Parent7" op="lte"/>
              <dgm:constr type="primFontSz" for="des" forName="Child7" refType="primFontSz" refFor="des" refForName="Parent7" op="lte"/>
              <dgm:constr type="primFontSz" for="des" forName="Child8" refType="primFontSz" refFor="des" refForName="Parent7" op="lte"/>
              <dgm:constr type="primFontSz" for="des" forName="Child1" refType="primFontSz" refFor="des" refForName="Parent8" op="lte"/>
              <dgm:constr type="primFontSz" for="des" forName="Child2" refType="primFontSz" refFor="des" refForName="Parent8" op="lte"/>
              <dgm:constr type="primFontSz" for="des" forName="Child3" refType="primFontSz" refFor="des" refForName="Parent8" op="lte"/>
              <dgm:constr type="primFontSz" for="des" forName="Child4" refType="primFontSz" refFor="des" refForName="Parent8" op="lte"/>
              <dgm:constr type="primFontSz" for="des" forName="Child5" refType="primFontSz" refFor="des" refForName="Parent8" op="lte"/>
              <dgm:constr type="primFontSz" for="des" forName="Child6" refType="primFontSz" refFor="des" refForName="Parent8" op="lte"/>
              <dgm:constr type="primFontSz" for="des" forName="Child7" refType="primFontSz" refFor="des" refForName="Parent8" op="lte"/>
              <dgm:constr type="primFontSz" for="des" forName="Child8" refType="primFontSz" refFor="des" refForName="Parent8" op="lte"/>
              <dgm:constr type="primFontSz" for="des" forName="Parent2" refType="primFontSz" refFor="des" refForName="Parent1" op="equ"/>
              <dgm:constr type="primFontSz" for="des" forName="Parent3" refType="primFontSz" refFor="des" refForName="Parent1" op="equ"/>
              <dgm:constr type="primFontSz" for="des" forName="Parent4" refType="primFontSz" refFor="des" refForName="Parent1" op="equ"/>
              <dgm:constr type="primFontSz" for="des" forName="Parent5" refType="primFontSz" refFor="des" refForName="Parent1" op="equ"/>
              <dgm:constr type="primFontSz" for="des" forName="Parent6" refType="primFontSz" refFor="des" refForName="Parent1" op="equ"/>
              <dgm:constr type="primFontSz" for="des" forName="Parent7" refType="primFontSz" refFor="des" refForName="Parent1" op="equ"/>
              <dgm:constr type="primFontSz" for="des" forName="Parent8" refType="primFontSz" refFor="des" refForName="Parent1" op="equ"/>
              <dgm:constr type="primFontSz" for="des" forName="Child2" refType="primFontSz" refFor="des" refForName="Child1" op="equ"/>
              <dgm:constr type="primFontSz" for="des" forName="Child3" refType="primFontSz" refFor="des" refForName="Child1" op="equ"/>
              <dgm:constr type="primFontSz" for="des" forName="Child4" refType="primFontSz" refFor="des" refForName="Child1" op="equ"/>
              <dgm:constr type="primFontSz" for="des" forName="Child5" refType="primFontSz" refFor="des" refForName="Child1" op="equ"/>
              <dgm:constr type="primFontSz" for="des" forName="Child6" refType="primFontSz" refFor="des" refForName="Child1" op="equ"/>
              <dgm:constr type="primFontSz" for="des" forName="Child7" refType="primFontSz" refFor="des" refForName="Child1" op="equ"/>
              <dgm:constr type="primFontSz" for="des" forName="Child8" refType="primFontSz" refFor="des" refForName="Child1" op="equ"/>
              <dgm:constr type="l" for="ch" forName="Parent8" refType="w" fact="0.901"/>
              <dgm:constr type="t" for="ch" forName="Parent8" refType="h" fact="0.2022"/>
              <dgm:constr type="w" for="ch" forName="Parent8" refType="w" fact="0.0792"/>
              <dgm:constr type="h" for="ch" forName="Parent8" refType="h" fact="0.3799"/>
              <dgm:constr type="l" for="ch" forName="Parent7" refType="w" fact="0.7783"/>
              <dgm:constr type="t" for="ch" forName="Parent7" refType="h" fact="0.2022"/>
              <dgm:constr type="w" for="ch" forName="Parent7" refType="w" fact="0.0792"/>
              <dgm:constr type="h" for="ch" forName="Parent7" refType="h" fact="0.3799"/>
              <dgm:constr type="l" for="ch" forName="Parent6" refType="w" fact="0.6556"/>
              <dgm:constr type="t" for="ch" forName="Parent6" refType="h" fact="0.2022"/>
              <dgm:constr type="w" for="ch" forName="Parent6" refType="w" fact="0.0792"/>
              <dgm:constr type="h" for="ch" forName="Parent6" refType="h" fact="0.3799"/>
              <dgm:constr type="l" for="ch" forName="Parent5" refType="w" fact="0.5329"/>
              <dgm:constr type="t" for="ch" forName="Parent5" refType="h" fact="0.2022"/>
              <dgm:constr type="w" for="ch" forName="Parent5" refType="w" fact="0.0792"/>
              <dgm:constr type="h" for="ch" forName="Parent5" refType="h" fact="0.3799"/>
              <dgm:constr type="l" for="ch" forName="Parent4" refType="w" fact="0.4102"/>
              <dgm:constr type="t" for="ch" forName="Parent4" refType="h" fact="0.2022"/>
              <dgm:constr type="w" for="ch" forName="Parent4" refType="w" fact="0.0792"/>
              <dgm:constr type="h" for="ch" forName="Parent4" refType="h" fact="0.3799"/>
              <dgm:constr type="l" for="ch" forName="Parent3" refType="w" fact="0.2875"/>
              <dgm:constr type="t" for="ch" forName="Parent3" refType="h" fact="0.2022"/>
              <dgm:constr type="w" for="ch" forName="Parent3" refType="w" fact="0.0792"/>
              <dgm:constr type="h" for="ch" forName="Parent3" refType="h" fact="0.3799"/>
              <dgm:constr type="l" for="ch" forName="Parent2" refType="w" fact="0.1648"/>
              <dgm:constr type="t" for="ch" forName="Parent2" refType="h" fact="0.2022"/>
              <dgm:constr type="w" for="ch" forName="Parent2" refType="w" fact="0.0792"/>
              <dgm:constr type="h" for="ch" forName="Parent2" refType="h" fact="0.3799"/>
              <dgm:constr type="l" for="ch" forName="Parent1" refType="w" fact="0.0421"/>
              <dgm:constr type="t" for="ch" forName="Parent1" refType="h" fact="0.2022"/>
              <dgm:constr type="w" for="ch" forName="Parent1" refType="w" fact="0.0792"/>
              <dgm:constr type="h" for="ch" forName="Parent1" refType="h" fact="0.3799"/>
              <dgm:constr type="l" for="ch" forName="Accent8" refType="w" fact="0.8813"/>
              <dgm:constr type="t" for="ch" forName="Accent8" refType="h" fact="0.1072"/>
              <dgm:constr type="w" for="ch" forName="Accent8" refType="w" fact="0.1187"/>
              <dgm:constr type="h" for="ch" forName="Accent8" refType="h" fact="0.5699"/>
              <dgm:constr type="l" for="ch" forName="ParentBackground8" refType="w" fact="0.8852"/>
              <dgm:constr type="t" for="ch" forName="ParentBackground8" refType="h" fact="0.1262"/>
              <dgm:constr type="w" for="ch" forName="ParentBackground8" refType="w" fact="0.1108"/>
              <dgm:constr type="h" for="ch" forName="ParentBackground8" refType="h" fact="0.5319"/>
              <dgm:constr type="l" for="ch" forName="Child8" refType="w" fact="0.8852"/>
              <dgm:constr type="t" for="ch" forName="Child8" refType="h" fact="0.6876"/>
              <dgm:constr type="w" for="ch" forName="Child8" refType="w" fact="0.1108"/>
              <dgm:constr type="h" for="ch" forName="Child8" refType="h" fact="0.3124"/>
              <dgm:constr type="l" for="ch" forName="Accent7" refType="w" fact="0.7339"/>
              <dgm:constr type="t" for="ch" forName="Accent7" refType="h" fact="-0.0109"/>
              <dgm:constr type="w" for="ch" forName="Accent7" refType="w" fact="0.1679"/>
              <dgm:constr type="h" for="ch" forName="Accent7" refType="h" fact="0.806"/>
              <dgm:constr type="l" for="ch" forName="ParentBackground7" refType="w" fact="0.7625"/>
              <dgm:constr type="t" for="ch" forName="ParentBackground7" refType="h" fact="0.1262"/>
              <dgm:constr type="w" for="ch" forName="ParentBackground7" refType="w" fact="0.1108"/>
              <dgm:constr type="h" for="ch" forName="ParentBackground7" refType="h" fact="0.5319"/>
              <dgm:constr type="l" for="ch" forName="Child7" refType="w" fact="0.7625"/>
              <dgm:constr type="t" for="ch" forName="Child7" refType="h" fact="0.6876"/>
              <dgm:constr type="w" for="ch" forName="Child7" refType="w" fact="0.1108"/>
              <dgm:constr type="h" for="ch" forName="Child7" refType="h" fact="0.3124"/>
              <dgm:constr type="l" for="ch" forName="Accent6" refType="w" fact="0.6112"/>
              <dgm:constr type="t" for="ch" forName="Accent6" refType="h" fact="-0.0109"/>
              <dgm:constr type="w" for="ch" forName="Accent6" refType="w" fact="0.1679"/>
              <dgm:constr type="h" for="ch" forName="Accent6" refType="h" fact="0.806"/>
              <dgm:constr type="l" for="ch" forName="ParentBackground6" refType="w" fact="0.6398"/>
              <dgm:constr type="t" for="ch" forName="ParentBackground6" refType="h" fact="0.1262"/>
              <dgm:constr type="w" for="ch" forName="ParentBackground6" refType="w" fact="0.1108"/>
              <dgm:constr type="h" for="ch" forName="ParentBackground6" refType="h" fact="0.5319"/>
              <dgm:constr type="l" for="ch" forName="Child6" refType="w" fact="0.6398"/>
              <dgm:constr type="t" for="ch" forName="Child6" refType="h" fact="0.6876"/>
              <dgm:constr type="w" for="ch" forName="Child6" refType="w" fact="0.1108"/>
              <dgm:constr type="h" for="ch" forName="Child6" refType="h" fact="0.3124"/>
              <dgm:constr type="l" for="ch" forName="Accent5" refType="w" fact="0.4885"/>
              <dgm:constr type="t" for="ch" forName="Accent5" refType="h" fact="-0.0109"/>
              <dgm:constr type="w" for="ch" forName="Accent5" refType="w" fact="0.1679"/>
              <dgm:constr type="h" for="ch" forName="Accent5" refType="h" fact="0.806"/>
              <dgm:constr type="l" for="ch" forName="ParentBackground5" refType="w" fact="0.5171"/>
              <dgm:constr type="t" for="ch" forName="ParentBackground5" refType="h" fact="0.1262"/>
              <dgm:constr type="w" for="ch" forName="ParentBackground5" refType="w" fact="0.1108"/>
              <dgm:constr type="h" for="ch" forName="ParentBackground5" refType="h" fact="0.5319"/>
              <dgm:constr type="l" for="ch" forName="Child5" refType="w" fact="0.5171"/>
              <dgm:constr type="t" for="ch" forName="Child5" refType="h" fact="0.6876"/>
              <dgm:constr type="w" for="ch" forName="Child5" refType="w" fact="0.1108"/>
              <dgm:constr type="h" for="ch" forName="Child5" refType="h" fact="0.3124"/>
              <dgm:constr type="l" for="ch" forName="Accent4" refType="w" fact="0.3658"/>
              <dgm:constr type="t" for="ch" forName="Accent4" refType="h" fact="-0.0109"/>
              <dgm:constr type="w" for="ch" forName="Accent4" refType="w" fact="0.1679"/>
              <dgm:constr type="h" for="ch" forName="Accent4" refType="h" fact="0.806"/>
              <dgm:constr type="l" for="ch" forName="ParentBackground4" refType="w" fact="0.3944"/>
              <dgm:constr type="t" for="ch" forName="ParentBackground4" refType="h" fact="0.1262"/>
              <dgm:constr type="w" for="ch" forName="ParentBackground4" refType="w" fact="0.1108"/>
              <dgm:constr type="h" for="ch" forName="ParentBackground4" refType="h" fact="0.5319"/>
              <dgm:constr type="l" for="ch" forName="Child4" refType="w" fact="0.3944"/>
              <dgm:constr type="t" for="ch" forName="Child4" refType="h" fact="0.6876"/>
              <dgm:constr type="w" for="ch" forName="Child4" refType="w" fact="0.1108"/>
              <dgm:constr type="h" for="ch" forName="Child4" refType="h" fact="0.3124"/>
              <dgm:constr type="l" for="ch" forName="Accent3" refType="w" fact="0.2431"/>
              <dgm:constr type="t" for="ch" forName="Accent3" refType="h" fact="-0.0109"/>
              <dgm:constr type="w" for="ch" forName="Accent3" refType="w" fact="0.1679"/>
              <dgm:constr type="h" for="ch" forName="Accent3" refType="h" fact="0.806"/>
              <dgm:constr type="l" for="ch" forName="ParentBackground3" refType="w" fact="0.2717"/>
              <dgm:constr type="t" for="ch" forName="ParentBackground3" refType="h" fact="0.1262"/>
              <dgm:constr type="w" for="ch" forName="ParentBackground3" refType="w" fact="0.1108"/>
              <dgm:constr type="h" for="ch" forName="ParentBackground3" refType="h" fact="0.5319"/>
              <dgm:constr type="l" for="ch" forName="Child3" refType="w" fact="0.2717"/>
              <dgm:constr type="t" for="ch" forName="Child3" refType="h" fact="0.6876"/>
              <dgm:constr type="w" for="ch" forName="Child3" refType="w" fact="0.1108"/>
              <dgm:constr type="h" for="ch" forName="Child3" refType="h" fact="0.3124"/>
              <dgm:constr type="l" for="ch" forName="Accent2" refType="w" fact="0.1204"/>
              <dgm:constr type="t" for="ch" forName="Accent2" refType="h" fact="-0.0109"/>
              <dgm:constr type="w" for="ch" forName="Accent2" refType="w" fact="0.1679"/>
              <dgm:constr type="h" for="ch" forName="Accent2" refType="h" fact="0.806"/>
              <dgm:constr type="l" for="ch" forName="ParentBackground2" refType="w" fact="0.149"/>
              <dgm:constr type="t" for="ch" forName="ParentBackground2" refType="h" fact="0.1262"/>
              <dgm:constr type="w" for="ch" forName="ParentBackground2" refType="w" fact="0.1108"/>
              <dgm:constr type="h" for="ch" forName="ParentBackground2" refType="h" fact="0.5319"/>
              <dgm:constr type="l" for="ch" forName="Child2" refType="w" fact="0.149"/>
              <dgm:constr type="t" for="ch" forName="Child2" refType="h" fact="0.6876"/>
              <dgm:constr type="w" for="ch" forName="Child2" refType="w" fact="0.1108"/>
              <dgm:constr type="h" for="ch" forName="Child2" refType="h" fact="0.3124"/>
              <dgm:constr type="l" for="ch" forName="Accent1" refType="w" fact="-0.0023"/>
              <dgm:constr type="t" for="ch" forName="Accent1" refType="h" fact="-0.0109"/>
              <dgm:constr type="w" for="ch" forName="Accent1" refType="w" fact="0.1679"/>
              <dgm:constr type="h" for="ch" forName="Accent1" refType="h" fact="0.806"/>
              <dgm:constr type="l" for="ch" forName="ParentBackground1" refType="w" fact="0.0263"/>
              <dgm:constr type="t" for="ch" forName="ParentBackground1" refType="h" fact="0.1262"/>
              <dgm:constr type="w" for="ch" forName="ParentBackground1" refType="w" fact="0.1108"/>
              <dgm:constr type="h" for="ch" forName="ParentBackground1" refType="h" fact="0.5319"/>
              <dgm:constr type="l" for="ch" forName="Child1" refType="w" fact="0.0263"/>
              <dgm:constr type="t" for="ch" forName="Child1" refType="h" fact="0.6876"/>
              <dgm:constr type="w" for="ch" forName="Child1" refType="w" fact="0.1108"/>
              <dgm:constr type="h" for="ch" forName="Child1" refType="h" fact="0.3124"/>
            </dgm:constrLst>
          </dgm:if>
          <dgm:if name="Name12" axis="ch" ptType="node" func="cnt" op="equ" val="9">
            <dgm:alg type="composite">
              <dgm:param type="ar" val="5.388"/>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4" refType="primFontSz" refFor="des" refForName="Parent1" op="lte"/>
              <dgm:constr type="primFontSz" for="des" forName="Child5" refType="primFontSz" refFor="des" refForName="Parent1" op="lte"/>
              <dgm:constr type="primFontSz" for="des" forName="Child6" refType="primFontSz" refFor="des" refForName="Parent1" op="lte"/>
              <dgm:constr type="primFontSz" for="des" forName="Child7" refType="primFontSz" refFor="des" refForName="Parent1" op="lte"/>
              <dgm:constr type="primFontSz" for="des" forName="Child8" refType="primFontSz" refFor="des" refForName="Parent1" op="lte"/>
              <dgm:constr type="primFontSz" for="des" forName="Child9"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4" refType="primFontSz" refFor="des" refForName="Parent2" op="lte"/>
              <dgm:constr type="primFontSz" for="des" forName="Child5" refType="primFontSz" refFor="des" refForName="Parent2" op="lte"/>
              <dgm:constr type="primFontSz" for="des" forName="Child6" refType="primFontSz" refFor="des" refForName="Parent2" op="lte"/>
              <dgm:constr type="primFontSz" for="des" forName="Child7" refType="primFontSz" refFor="des" refForName="Parent2" op="lte"/>
              <dgm:constr type="primFontSz" for="des" forName="Child8" refType="primFontSz" refFor="des" refForName="Parent2" op="lte"/>
              <dgm:constr type="primFontSz" for="des" forName="Child9"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Child4" refType="primFontSz" refFor="des" refForName="Parent3" op="lte"/>
              <dgm:constr type="primFontSz" for="des" forName="Child5" refType="primFontSz" refFor="des" refForName="Parent3" op="lte"/>
              <dgm:constr type="primFontSz" for="des" forName="Child6" refType="primFontSz" refFor="des" refForName="Parent3" op="lte"/>
              <dgm:constr type="primFontSz" for="des" forName="Child7" refType="primFontSz" refFor="des" refForName="Parent3" op="lte"/>
              <dgm:constr type="primFontSz" for="des" forName="Child8" refType="primFontSz" refFor="des" refForName="Parent3" op="lte"/>
              <dgm:constr type="primFontSz" for="des" forName="Child9" refType="primFontSz" refFor="des" refForName="Parent3" op="lte"/>
              <dgm:constr type="primFontSz" for="des" forName="Child1" refType="primFontSz" refFor="des" refForName="Parent4" op="lte"/>
              <dgm:constr type="primFontSz" for="des" forName="Child2" refType="primFontSz" refFor="des" refForName="Parent4" op="lte"/>
              <dgm:constr type="primFontSz" for="des" forName="Child3" refType="primFontSz" refFor="des" refForName="Parent4" op="lte"/>
              <dgm:constr type="primFontSz" for="des" forName="Child4" refType="primFontSz" refFor="des" refForName="Parent4" op="lte"/>
              <dgm:constr type="primFontSz" for="des" forName="Child5" refType="primFontSz" refFor="des" refForName="Parent4" op="lte"/>
              <dgm:constr type="primFontSz" for="des" forName="Child6" refType="primFontSz" refFor="des" refForName="Parent4" op="lte"/>
              <dgm:constr type="primFontSz" for="des" forName="Child7" refType="primFontSz" refFor="des" refForName="Parent4" op="lte"/>
              <dgm:constr type="primFontSz" for="des" forName="Child8" refType="primFontSz" refFor="des" refForName="Parent4" op="lte"/>
              <dgm:constr type="primFontSz" for="des" forName="Child9" refType="primFontSz" refFor="des" refForName="Parent4" op="lte"/>
              <dgm:constr type="primFontSz" for="des" forName="Child1" refType="primFontSz" refFor="des" refForName="Parent5" op="lte"/>
              <dgm:constr type="primFontSz" for="des" forName="Child2" refType="primFontSz" refFor="des" refForName="Parent5" op="lte"/>
              <dgm:constr type="primFontSz" for="des" forName="Child3" refType="primFontSz" refFor="des" refForName="Parent5" op="lte"/>
              <dgm:constr type="primFontSz" for="des" forName="Child4" refType="primFontSz" refFor="des" refForName="Parent5" op="lte"/>
              <dgm:constr type="primFontSz" for="des" forName="Child5" refType="primFontSz" refFor="des" refForName="Parent5" op="lte"/>
              <dgm:constr type="primFontSz" for="des" forName="Child6" refType="primFontSz" refFor="des" refForName="Parent5" op="lte"/>
              <dgm:constr type="primFontSz" for="des" forName="Child7" refType="primFontSz" refFor="des" refForName="Parent5" op="lte"/>
              <dgm:constr type="primFontSz" for="des" forName="Child8" refType="primFontSz" refFor="des" refForName="Parent5" op="lte"/>
              <dgm:constr type="primFontSz" for="des" forName="Child9" refType="primFontSz" refFor="des" refForName="Parent5" op="lte"/>
              <dgm:constr type="primFontSz" for="des" forName="Child1" refType="primFontSz" refFor="des" refForName="Parent6" op="lte"/>
              <dgm:constr type="primFontSz" for="des" forName="Child2" refType="primFontSz" refFor="des" refForName="Parent6" op="lte"/>
              <dgm:constr type="primFontSz" for="des" forName="Child3" refType="primFontSz" refFor="des" refForName="Parent6" op="lte"/>
              <dgm:constr type="primFontSz" for="des" forName="Child4" refType="primFontSz" refFor="des" refForName="Parent6" op="lte"/>
              <dgm:constr type="primFontSz" for="des" forName="Child5" refType="primFontSz" refFor="des" refForName="Parent6" op="lte"/>
              <dgm:constr type="primFontSz" for="des" forName="Child6" refType="primFontSz" refFor="des" refForName="Parent6" op="lte"/>
              <dgm:constr type="primFontSz" for="des" forName="Child7" refType="primFontSz" refFor="des" refForName="Parent6" op="lte"/>
              <dgm:constr type="primFontSz" for="des" forName="Child8" refType="primFontSz" refFor="des" refForName="Parent6" op="lte"/>
              <dgm:constr type="primFontSz" for="des" forName="Child9" refType="primFontSz" refFor="des" refForName="Parent6" op="lte"/>
              <dgm:constr type="primFontSz" for="des" forName="Child1" refType="primFontSz" refFor="des" refForName="Parent7" op="lte"/>
              <dgm:constr type="primFontSz" for="des" forName="Child2" refType="primFontSz" refFor="des" refForName="Parent7" op="lte"/>
              <dgm:constr type="primFontSz" for="des" forName="Child3" refType="primFontSz" refFor="des" refForName="Parent7" op="lte"/>
              <dgm:constr type="primFontSz" for="des" forName="Child4" refType="primFontSz" refFor="des" refForName="Parent7" op="lte"/>
              <dgm:constr type="primFontSz" for="des" forName="Child5" refType="primFontSz" refFor="des" refForName="Parent7" op="lte"/>
              <dgm:constr type="primFontSz" for="des" forName="Child6" refType="primFontSz" refFor="des" refForName="Parent7" op="lte"/>
              <dgm:constr type="primFontSz" for="des" forName="Child7" refType="primFontSz" refFor="des" refForName="Parent7" op="lte"/>
              <dgm:constr type="primFontSz" for="des" forName="Child8" refType="primFontSz" refFor="des" refForName="Parent7" op="lte"/>
              <dgm:constr type="primFontSz" for="des" forName="Child9" refType="primFontSz" refFor="des" refForName="Parent7" op="lte"/>
              <dgm:constr type="primFontSz" for="des" forName="Child1" refType="primFontSz" refFor="des" refForName="Parent8" op="lte"/>
              <dgm:constr type="primFontSz" for="des" forName="Child2" refType="primFontSz" refFor="des" refForName="Parent8" op="lte"/>
              <dgm:constr type="primFontSz" for="des" forName="Child3" refType="primFontSz" refFor="des" refForName="Parent8" op="lte"/>
              <dgm:constr type="primFontSz" for="des" forName="Child4" refType="primFontSz" refFor="des" refForName="Parent8" op="lte"/>
              <dgm:constr type="primFontSz" for="des" forName="Child5" refType="primFontSz" refFor="des" refForName="Parent8" op="lte"/>
              <dgm:constr type="primFontSz" for="des" forName="Child6" refType="primFontSz" refFor="des" refForName="Parent8" op="lte"/>
              <dgm:constr type="primFontSz" for="des" forName="Child7" refType="primFontSz" refFor="des" refForName="Parent8" op="lte"/>
              <dgm:constr type="primFontSz" for="des" forName="Child8" refType="primFontSz" refFor="des" refForName="Parent8" op="lte"/>
              <dgm:constr type="primFontSz" for="des" forName="Child9" refType="primFontSz" refFor="des" refForName="Parent8" op="lte"/>
              <dgm:constr type="primFontSz" for="des" forName="Child1" refType="primFontSz" refFor="des" refForName="Parent9" op="lte"/>
              <dgm:constr type="primFontSz" for="des" forName="Child2" refType="primFontSz" refFor="des" refForName="Parent9" op="lte"/>
              <dgm:constr type="primFontSz" for="des" forName="Child3" refType="primFontSz" refFor="des" refForName="Parent9" op="lte"/>
              <dgm:constr type="primFontSz" for="des" forName="Child4" refType="primFontSz" refFor="des" refForName="Parent9" op="lte"/>
              <dgm:constr type="primFontSz" for="des" forName="Child5" refType="primFontSz" refFor="des" refForName="Parent9" op="lte"/>
              <dgm:constr type="primFontSz" for="des" forName="Child6" refType="primFontSz" refFor="des" refForName="Parent9" op="lte"/>
              <dgm:constr type="primFontSz" for="des" forName="Child7" refType="primFontSz" refFor="des" refForName="Parent9" op="lte"/>
              <dgm:constr type="primFontSz" for="des" forName="Child8" refType="primFontSz" refFor="des" refForName="Parent9" op="lte"/>
              <dgm:constr type="primFontSz" for="des" forName="Child9" refType="primFontSz" refFor="des" refForName="Parent9" op="lte"/>
              <dgm:constr type="primFontSz" for="des" forName="Parent2" refType="primFontSz" refFor="des" refForName="Parent1" op="equ"/>
              <dgm:constr type="primFontSz" for="des" forName="Parent3" refType="primFontSz" refFor="des" refForName="Parent1" op="equ"/>
              <dgm:constr type="primFontSz" for="des" forName="Parent4" refType="primFontSz" refFor="des" refForName="Parent1" op="equ"/>
              <dgm:constr type="primFontSz" for="des" forName="Parent5" refType="primFontSz" refFor="des" refForName="Parent1" op="equ"/>
              <dgm:constr type="primFontSz" for="des" forName="Parent6" refType="primFontSz" refFor="des" refForName="Parent1" op="equ"/>
              <dgm:constr type="primFontSz" for="des" forName="Parent7" refType="primFontSz" refFor="des" refForName="Parent1" op="equ"/>
              <dgm:constr type="primFontSz" for="des" forName="Parent8" refType="primFontSz" refFor="des" refForName="Parent1" op="equ"/>
              <dgm:constr type="primFontSz" for="des" forName="Parent9" refType="primFontSz" refFor="des" refForName="Parent1" op="equ"/>
              <dgm:constr type="primFontSz" for="des" forName="Child2" refType="primFontSz" refFor="des" refForName="Child1" op="equ"/>
              <dgm:constr type="primFontSz" for="des" forName="Child3" refType="primFontSz" refFor="des" refForName="Child1" op="equ"/>
              <dgm:constr type="primFontSz" for="des" forName="Child4" refType="primFontSz" refFor="des" refForName="Child1" op="equ"/>
              <dgm:constr type="primFontSz" for="des" forName="Child5" refType="primFontSz" refFor="des" refForName="Child1" op="equ"/>
              <dgm:constr type="primFontSz" for="des" forName="Child6" refType="primFontSz" refFor="des" refForName="Child1" op="equ"/>
              <dgm:constr type="primFontSz" for="des" forName="Child7" refType="primFontSz" refFor="des" refForName="Child1" op="equ"/>
              <dgm:constr type="primFontSz" for="des" forName="Child8" refType="primFontSz" refFor="des" refForName="Child1" op="equ"/>
              <dgm:constr type="primFontSz" for="des" forName="Child9" refType="primFontSz" refFor="des" refForName="Child1" op="equ"/>
              <dgm:constr type="l" for="ch" forName="Parent9" refType="w" fact="0.9119"/>
              <dgm:constr type="t" for="ch" forName="Parent9" refType="h" fact="0.2022"/>
              <dgm:constr type="w" for="ch" forName="Parent9" refType="w" fact="0.0705"/>
              <dgm:constr type="h" for="ch" forName="Parent9" refType="h" fact="0.3799"/>
              <dgm:constr type="l" for="ch" forName="Parent8" refType="w" fact="0.8026"/>
              <dgm:constr type="t" for="ch" forName="Parent8" refType="h" fact="0.2022"/>
              <dgm:constr type="w" for="ch" forName="Parent8" refType="w" fact="0.0705"/>
              <dgm:constr type="h" for="ch" forName="Parent8" refType="h" fact="0.3799"/>
              <dgm:constr type="l" for="ch" forName="Parent7" refType="w" fact="0.6933"/>
              <dgm:constr type="t" for="ch" forName="Parent7" refType="h" fact="0.2022"/>
              <dgm:constr type="w" for="ch" forName="Parent7" refType="w" fact="0.0705"/>
              <dgm:constr type="h" for="ch" forName="Parent7" refType="h" fact="0.3799"/>
              <dgm:constr type="l" for="ch" forName="Parent6" refType="w" fact="0.584"/>
              <dgm:constr type="t" for="ch" forName="Parent6" refType="h" fact="0.2022"/>
              <dgm:constr type="w" for="ch" forName="Parent6" refType="w" fact="0.0705"/>
              <dgm:constr type="h" for="ch" forName="Parent6" refType="h" fact="0.3799"/>
              <dgm:constr type="l" for="ch" forName="Parent5" refType="w" fact="0.4747"/>
              <dgm:constr type="t" for="ch" forName="Parent5" refType="h" fact="0.2022"/>
              <dgm:constr type="w" for="ch" forName="Parent5" refType="w" fact="0.0705"/>
              <dgm:constr type="h" for="ch" forName="Parent5" refType="h" fact="0.3799"/>
              <dgm:constr type="l" for="ch" forName="Parent4" refType="w" fact="0.3654"/>
              <dgm:constr type="t" for="ch" forName="Parent4" refType="h" fact="0.2022"/>
              <dgm:constr type="w" for="ch" forName="Parent4" refType="w" fact="0.0705"/>
              <dgm:constr type="h" for="ch" forName="Parent4" refType="h" fact="0.3799"/>
              <dgm:constr type="l" for="ch" forName="Parent3" refType="w" fact="0.2561"/>
              <dgm:constr type="t" for="ch" forName="Parent3" refType="h" fact="0.2022"/>
              <dgm:constr type="w" for="ch" forName="Parent3" refType="w" fact="0.0705"/>
              <dgm:constr type="h" for="ch" forName="Parent3" refType="h" fact="0.3799"/>
              <dgm:constr type="l" for="ch" forName="Parent2" refType="w" fact="0.1468"/>
              <dgm:constr type="t" for="ch" forName="Parent2" refType="h" fact="0.2022"/>
              <dgm:constr type="w" for="ch" forName="Parent2" refType="w" fact="0.0705"/>
              <dgm:constr type="h" for="ch" forName="Parent2" refType="h" fact="0.3799"/>
              <dgm:constr type="l" for="ch" forName="Parent1" refType="w" fact="0.0375"/>
              <dgm:constr type="t" for="ch" forName="Parent1" refType="h" fact="0.2022"/>
              <dgm:constr type="w" for="ch" forName="Parent1" refType="w" fact="0.0705"/>
              <dgm:constr type="h" for="ch" forName="Parent1" refType="h" fact="0.3799"/>
              <dgm:constr type="l" for="ch" forName="Accent9" refType="w" fact="0.8942"/>
              <dgm:constr type="t" for="ch" forName="Accent9" refType="h" fact="0.1072"/>
              <dgm:constr type="w" for="ch" forName="Accent9" refType="w" fact="0.1058"/>
              <dgm:constr type="h" for="ch" forName="Accent9" refType="h" fact="0.5699"/>
              <dgm:constr type="l" for="ch" forName="ParentBackground9" refType="w" fact="0.8978"/>
              <dgm:constr type="t" for="ch" forName="ParentBackground9" refType="h" fact="0.1262"/>
              <dgm:constr type="w" for="ch" forName="ParentBackground9" refType="w" fact="0.0987"/>
              <dgm:constr type="h" for="ch" forName="ParentBackground9" refType="h" fact="0.5319"/>
              <dgm:constr type="l" for="ch" forName="Child9" refType="w" fact="0.8978"/>
              <dgm:constr type="t" for="ch" forName="Child9" refType="h" fact="0.6876"/>
              <dgm:constr type="w" for="ch" forName="Child9" refType="w" fact="0.0987"/>
              <dgm:constr type="h" for="ch" forName="Child9" refType="h" fact="0.3124"/>
              <dgm:constr type="l" for="ch" forName="Accent8" refType="w" fact="0.763"/>
              <dgm:constr type="t" for="ch" forName="Accent8" refType="h" fact="-0.0109"/>
              <dgm:constr type="w" for="ch" forName="Accent8" refType="w" fact="0.1496"/>
              <dgm:constr type="h" for="ch" forName="Accent8" refType="h" fact="0.806"/>
              <dgm:constr type="l" for="ch" forName="ParentBackground8" refType="w" fact="0.7885"/>
              <dgm:constr type="t" for="ch" forName="ParentBackground8" refType="h" fact="0.1262"/>
              <dgm:constr type="w" for="ch" forName="ParentBackground8" refType="w" fact="0.0987"/>
              <dgm:constr type="h" for="ch" forName="ParentBackground8" refType="h" fact="0.5319"/>
              <dgm:constr type="l" for="ch" forName="Child8" refType="w" fact="0.7885"/>
              <dgm:constr type="t" for="ch" forName="Child8" refType="h" fact="0.6876"/>
              <dgm:constr type="w" for="ch" forName="Child8" refType="w" fact="0.0987"/>
              <dgm:constr type="h" for="ch" forName="Child8" refType="h" fact="0.3124"/>
              <dgm:constr type="l" for="ch" forName="Accent7" refType="w" fact="0.6538"/>
              <dgm:constr type="t" for="ch" forName="Accent7" refType="h" fact="-0.0109"/>
              <dgm:constr type="w" for="ch" forName="Accent7" refType="w" fact="0.1496"/>
              <dgm:constr type="h" for="ch" forName="Accent7" refType="h" fact="0.806"/>
              <dgm:constr type="l" for="ch" forName="ParentBackground7" refType="w" fact="0.6792"/>
              <dgm:constr type="t" for="ch" forName="ParentBackground7" refType="h" fact="0.1262"/>
              <dgm:constr type="w" for="ch" forName="ParentBackground7" refType="w" fact="0.0987"/>
              <dgm:constr type="h" for="ch" forName="ParentBackground7" refType="h" fact="0.5319"/>
              <dgm:constr type="l" for="ch" forName="Child7" refType="w" fact="0.6792"/>
              <dgm:constr type="t" for="ch" forName="Child7" refType="h" fact="0.6876"/>
              <dgm:constr type="w" for="ch" forName="Child7" refType="w" fact="0.0987"/>
              <dgm:constr type="h" for="ch" forName="Child7" refType="h" fact="0.3124"/>
              <dgm:constr type="l" for="ch" forName="Accent6" refType="w" fact="0.5445"/>
              <dgm:constr type="t" for="ch" forName="Accent6" refType="h" fact="-0.0109"/>
              <dgm:constr type="w" for="ch" forName="Accent6" refType="w" fact="0.1496"/>
              <dgm:constr type="h" for="ch" forName="Accent6" refType="h" fact="0.806"/>
              <dgm:constr type="l" for="ch" forName="ParentBackground6" refType="w" fact="0.5699"/>
              <dgm:constr type="t" for="ch" forName="ParentBackground6" refType="h" fact="0.1262"/>
              <dgm:constr type="w" for="ch" forName="ParentBackground6" refType="w" fact="0.0987"/>
              <dgm:constr type="h" for="ch" forName="ParentBackground6" refType="h" fact="0.5319"/>
              <dgm:constr type="l" for="ch" forName="Child6" refType="w" fact="0.5699"/>
              <dgm:constr type="t" for="ch" forName="Child6" refType="h" fact="0.6876"/>
              <dgm:constr type="w" for="ch" forName="Child6" refType="w" fact="0.0987"/>
              <dgm:constr type="h" for="ch" forName="Child6" refType="h" fact="0.3124"/>
              <dgm:constr type="l" for="ch" forName="Accent5" refType="w" fact="0.4352"/>
              <dgm:constr type="t" for="ch" forName="Accent5" refType="h" fact="-0.0109"/>
              <dgm:constr type="w" for="ch" forName="Accent5" refType="w" fact="0.1496"/>
              <dgm:constr type="h" for="ch" forName="Accent5" refType="h" fact="0.806"/>
              <dgm:constr type="l" for="ch" forName="ParentBackground5" refType="w" fact="0.4606"/>
              <dgm:constr type="t" for="ch" forName="ParentBackground5" refType="h" fact="0.1262"/>
              <dgm:constr type="w" for="ch" forName="ParentBackground5" refType="w" fact="0.0987"/>
              <dgm:constr type="h" for="ch" forName="ParentBackground5" refType="h" fact="0.5319"/>
              <dgm:constr type="l" for="ch" forName="Child5" refType="w" fact="0.4606"/>
              <dgm:constr type="t" for="ch" forName="Child5" refType="h" fact="0.6876"/>
              <dgm:constr type="w" for="ch" forName="Child5" refType="w" fact="0.0987"/>
              <dgm:constr type="h" for="ch" forName="Child5" refType="h" fact="0.3124"/>
              <dgm:constr type="l" for="ch" forName="Accent4" refType="w" fact="0.3259"/>
              <dgm:constr type="t" for="ch" forName="Accent4" refType="h" fact="-0.0109"/>
              <dgm:constr type="w" for="ch" forName="Accent4" refType="w" fact="0.1496"/>
              <dgm:constr type="h" for="ch" forName="Accent4" refType="h" fact="0.806"/>
              <dgm:constr type="l" for="ch" forName="ParentBackground4" refType="w" fact="0.3513"/>
              <dgm:constr type="t" for="ch" forName="ParentBackground4" refType="h" fact="0.1262"/>
              <dgm:constr type="w" for="ch" forName="ParentBackground4" refType="w" fact="0.0987"/>
              <dgm:constr type="h" for="ch" forName="ParentBackground4" refType="h" fact="0.5319"/>
              <dgm:constr type="l" for="ch" forName="Child4" refType="w" fact="0.3513"/>
              <dgm:constr type="t" for="ch" forName="Child4" refType="h" fact="0.6876"/>
              <dgm:constr type="w" for="ch" forName="Child4" refType="w" fact="0.0987"/>
              <dgm:constr type="h" for="ch" forName="Child4" refType="h" fact="0.3124"/>
              <dgm:constr type="l" for="ch" forName="Accent3" refType="w" fact="0.2166"/>
              <dgm:constr type="t" for="ch" forName="Accent3" refType="h" fact="-0.0109"/>
              <dgm:constr type="w" for="ch" forName="Accent3" refType="w" fact="0.1496"/>
              <dgm:constr type="h" for="ch" forName="Accent3" refType="h" fact="0.806"/>
              <dgm:constr type="l" for="ch" forName="ParentBackground3" refType="w" fact="0.242"/>
              <dgm:constr type="t" for="ch" forName="ParentBackground3" refType="h" fact="0.1262"/>
              <dgm:constr type="w" for="ch" forName="ParentBackground3" refType="w" fact="0.0987"/>
              <dgm:constr type="h" for="ch" forName="ParentBackground3" refType="h" fact="0.5319"/>
              <dgm:constr type="l" for="ch" forName="Child3" refType="w" fact="0.242"/>
              <dgm:constr type="t" for="ch" forName="Child3" refType="h" fact="0.6876"/>
              <dgm:constr type="w" for="ch" forName="Child3" refType="w" fact="0.0987"/>
              <dgm:constr type="h" for="ch" forName="Child3" refType="h" fact="0.3124"/>
              <dgm:constr type="l" for="ch" forName="Accent2" refType="w" fact="0.1073"/>
              <dgm:constr type="t" for="ch" forName="Accent2" refType="h" fact="-0.0109"/>
              <dgm:constr type="w" for="ch" forName="Accent2" refType="w" fact="0.1496"/>
              <dgm:constr type="h" for="ch" forName="Accent2" refType="h" fact="0.806"/>
              <dgm:constr type="l" for="ch" forName="ParentBackground2" refType="w" fact="0.1327"/>
              <dgm:constr type="t" for="ch" forName="ParentBackground2" refType="h" fact="0.1262"/>
              <dgm:constr type="w" for="ch" forName="ParentBackground2" refType="w" fact="0.0987"/>
              <dgm:constr type="h" for="ch" forName="ParentBackground2" refType="h" fact="0.5319"/>
              <dgm:constr type="l" for="ch" forName="Child2" refType="w" fact="0.1327"/>
              <dgm:constr type="t" for="ch" forName="Child2" refType="h" fact="0.6876"/>
              <dgm:constr type="w" for="ch" forName="Child2" refType="w" fact="0.0987"/>
              <dgm:constr type="h" for="ch" forName="Child2" refType="h" fact="0.3124"/>
              <dgm:constr type="l" for="ch" forName="Accent1" refType="w" fact="-0.002"/>
              <dgm:constr type="t" for="ch" forName="Accent1" refType="h" fact="-0.0109"/>
              <dgm:constr type="w" for="ch" forName="Accent1" refType="w" fact="0.1496"/>
              <dgm:constr type="h" for="ch" forName="Accent1" refType="h" fact="0.806"/>
              <dgm:constr type="l" for="ch" forName="ParentBackground1" refType="w" fact="0.0234"/>
              <dgm:constr type="t" for="ch" forName="ParentBackground1" refType="h" fact="0.1262"/>
              <dgm:constr type="w" for="ch" forName="ParentBackground1" refType="w" fact="0.0987"/>
              <dgm:constr type="h" for="ch" forName="ParentBackground1" refType="h" fact="0.5319"/>
              <dgm:constr type="l" for="ch" forName="Child1" refType="w" fact="0.0234"/>
              <dgm:constr type="t" for="ch" forName="Child1" refType="h" fact="0.6876"/>
              <dgm:constr type="w" for="ch" forName="Child1" refType="w" fact="0.0987"/>
              <dgm:constr type="h" for="ch" forName="Child1" refType="h" fact="0.3124"/>
            </dgm:constrLst>
          </dgm:if>
          <dgm:if name="Name13" axis="ch" ptType="node" func="cnt" op="equ" val="10">
            <dgm:alg type="composite">
              <dgm:param type="ar" val="5.9769"/>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4" refType="primFontSz" refFor="des" refForName="Parent1" op="lte"/>
              <dgm:constr type="primFontSz" for="des" forName="Child5" refType="primFontSz" refFor="des" refForName="Parent1" op="lte"/>
              <dgm:constr type="primFontSz" for="des" forName="Child6" refType="primFontSz" refFor="des" refForName="Parent1" op="lte"/>
              <dgm:constr type="primFontSz" for="des" forName="Child7" refType="primFontSz" refFor="des" refForName="Parent1" op="lte"/>
              <dgm:constr type="primFontSz" for="des" forName="Child8" refType="primFontSz" refFor="des" refForName="Parent1" op="lte"/>
              <dgm:constr type="primFontSz" for="des" forName="Child9" refType="primFontSz" refFor="des" refForName="Parent1" op="lte"/>
              <dgm:constr type="primFontSz" for="des" forName="Child10"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4" refType="primFontSz" refFor="des" refForName="Parent2" op="lte"/>
              <dgm:constr type="primFontSz" for="des" forName="Child5" refType="primFontSz" refFor="des" refForName="Parent2" op="lte"/>
              <dgm:constr type="primFontSz" for="des" forName="Child6" refType="primFontSz" refFor="des" refForName="Parent2" op="lte"/>
              <dgm:constr type="primFontSz" for="des" forName="Child7" refType="primFontSz" refFor="des" refForName="Parent2" op="lte"/>
              <dgm:constr type="primFontSz" for="des" forName="Child8" refType="primFontSz" refFor="des" refForName="Parent2" op="lte"/>
              <dgm:constr type="primFontSz" for="des" forName="Child9" refType="primFontSz" refFor="des" refForName="Parent2" op="lte"/>
              <dgm:constr type="primFontSz" for="des" forName="Child10"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Child4" refType="primFontSz" refFor="des" refForName="Parent3" op="lte"/>
              <dgm:constr type="primFontSz" for="des" forName="Child5" refType="primFontSz" refFor="des" refForName="Parent3" op="lte"/>
              <dgm:constr type="primFontSz" for="des" forName="Child6" refType="primFontSz" refFor="des" refForName="Parent3" op="lte"/>
              <dgm:constr type="primFontSz" for="des" forName="Child7" refType="primFontSz" refFor="des" refForName="Parent3" op="lte"/>
              <dgm:constr type="primFontSz" for="des" forName="Child8" refType="primFontSz" refFor="des" refForName="Parent3" op="lte"/>
              <dgm:constr type="primFontSz" for="des" forName="Child9" refType="primFontSz" refFor="des" refForName="Parent3" op="lte"/>
              <dgm:constr type="primFontSz" for="des" forName="Child10" refType="primFontSz" refFor="des" refForName="Parent3" op="lte"/>
              <dgm:constr type="primFontSz" for="des" forName="Child1" refType="primFontSz" refFor="des" refForName="Parent4" op="lte"/>
              <dgm:constr type="primFontSz" for="des" forName="Child2" refType="primFontSz" refFor="des" refForName="Parent4" op="lte"/>
              <dgm:constr type="primFontSz" for="des" forName="Child3" refType="primFontSz" refFor="des" refForName="Parent4" op="lte"/>
              <dgm:constr type="primFontSz" for="des" forName="Child4" refType="primFontSz" refFor="des" refForName="Parent4" op="lte"/>
              <dgm:constr type="primFontSz" for="des" forName="Child5" refType="primFontSz" refFor="des" refForName="Parent4" op="lte"/>
              <dgm:constr type="primFontSz" for="des" forName="Child6" refType="primFontSz" refFor="des" refForName="Parent4" op="lte"/>
              <dgm:constr type="primFontSz" for="des" forName="Child7" refType="primFontSz" refFor="des" refForName="Parent4" op="lte"/>
              <dgm:constr type="primFontSz" for="des" forName="Child8" refType="primFontSz" refFor="des" refForName="Parent4" op="lte"/>
              <dgm:constr type="primFontSz" for="des" forName="Child9" refType="primFontSz" refFor="des" refForName="Parent4" op="lte"/>
              <dgm:constr type="primFontSz" for="des" forName="Child10" refType="primFontSz" refFor="des" refForName="Parent4" op="lte"/>
              <dgm:constr type="primFontSz" for="des" forName="Child1" refType="primFontSz" refFor="des" refForName="Parent5" op="lte"/>
              <dgm:constr type="primFontSz" for="des" forName="Child2" refType="primFontSz" refFor="des" refForName="Parent5" op="lte"/>
              <dgm:constr type="primFontSz" for="des" forName="Child3" refType="primFontSz" refFor="des" refForName="Parent5" op="lte"/>
              <dgm:constr type="primFontSz" for="des" forName="Child4" refType="primFontSz" refFor="des" refForName="Parent5" op="lte"/>
              <dgm:constr type="primFontSz" for="des" forName="Child5" refType="primFontSz" refFor="des" refForName="Parent5" op="lte"/>
              <dgm:constr type="primFontSz" for="des" forName="Child6" refType="primFontSz" refFor="des" refForName="Parent5" op="lte"/>
              <dgm:constr type="primFontSz" for="des" forName="Child7" refType="primFontSz" refFor="des" refForName="Parent5" op="lte"/>
              <dgm:constr type="primFontSz" for="des" forName="Child8" refType="primFontSz" refFor="des" refForName="Parent5" op="lte"/>
              <dgm:constr type="primFontSz" for="des" forName="Child9" refType="primFontSz" refFor="des" refForName="Parent5" op="lte"/>
              <dgm:constr type="primFontSz" for="des" forName="Child10" refType="primFontSz" refFor="des" refForName="Parent5" op="lte"/>
              <dgm:constr type="primFontSz" for="des" forName="Child1" refType="primFontSz" refFor="des" refForName="Parent6" op="lte"/>
              <dgm:constr type="primFontSz" for="des" forName="Child2" refType="primFontSz" refFor="des" refForName="Parent6" op="lte"/>
              <dgm:constr type="primFontSz" for="des" forName="Child3" refType="primFontSz" refFor="des" refForName="Parent6" op="lte"/>
              <dgm:constr type="primFontSz" for="des" forName="Child4" refType="primFontSz" refFor="des" refForName="Parent6" op="lte"/>
              <dgm:constr type="primFontSz" for="des" forName="Child5" refType="primFontSz" refFor="des" refForName="Parent6" op="lte"/>
              <dgm:constr type="primFontSz" for="des" forName="Child6" refType="primFontSz" refFor="des" refForName="Parent6" op="lte"/>
              <dgm:constr type="primFontSz" for="des" forName="Child7" refType="primFontSz" refFor="des" refForName="Parent6" op="lte"/>
              <dgm:constr type="primFontSz" for="des" forName="Child8" refType="primFontSz" refFor="des" refForName="Parent6" op="lte"/>
              <dgm:constr type="primFontSz" for="des" forName="Child9" refType="primFontSz" refFor="des" refForName="Parent6" op="lte"/>
              <dgm:constr type="primFontSz" for="des" forName="Child10" refType="primFontSz" refFor="des" refForName="Parent7" op="lte"/>
              <dgm:constr type="primFontSz" for="des" forName="Child1" refType="primFontSz" refFor="des" refForName="Parent7" op="lte"/>
              <dgm:constr type="primFontSz" for="des" forName="Child2" refType="primFontSz" refFor="des" refForName="Parent7" op="lte"/>
              <dgm:constr type="primFontSz" for="des" forName="Child3" refType="primFontSz" refFor="des" refForName="Parent7" op="lte"/>
              <dgm:constr type="primFontSz" for="des" forName="Child4" refType="primFontSz" refFor="des" refForName="Parent7" op="lte"/>
              <dgm:constr type="primFontSz" for="des" forName="Child5" refType="primFontSz" refFor="des" refForName="Parent7" op="lte"/>
              <dgm:constr type="primFontSz" for="des" forName="Child6" refType="primFontSz" refFor="des" refForName="Parent7" op="lte"/>
              <dgm:constr type="primFontSz" for="des" forName="Child7" refType="primFontSz" refFor="des" refForName="Parent7" op="lte"/>
              <dgm:constr type="primFontSz" for="des" forName="Child8" refType="primFontSz" refFor="des" refForName="Parent7" op="lte"/>
              <dgm:constr type="primFontSz" for="des" forName="Child9" refType="primFontSz" refFor="des" refForName="Parent7" op="lte"/>
              <dgm:constr type="primFontSz" for="des" forName="Child10" refType="primFontSz" refFor="des" refForName="Parent7" op="lte"/>
              <dgm:constr type="primFontSz" for="des" forName="Child1" refType="primFontSz" refFor="des" refForName="Parent8" op="lte"/>
              <dgm:constr type="primFontSz" for="des" forName="Child2" refType="primFontSz" refFor="des" refForName="Parent8" op="lte"/>
              <dgm:constr type="primFontSz" for="des" forName="Child3" refType="primFontSz" refFor="des" refForName="Parent8" op="lte"/>
              <dgm:constr type="primFontSz" for="des" forName="Child4" refType="primFontSz" refFor="des" refForName="Parent8" op="lte"/>
              <dgm:constr type="primFontSz" for="des" forName="Child5" refType="primFontSz" refFor="des" refForName="Parent8" op="lte"/>
              <dgm:constr type="primFontSz" for="des" forName="Child6" refType="primFontSz" refFor="des" refForName="Parent8" op="lte"/>
              <dgm:constr type="primFontSz" for="des" forName="Child7" refType="primFontSz" refFor="des" refForName="Parent8" op="lte"/>
              <dgm:constr type="primFontSz" for="des" forName="Child8" refType="primFontSz" refFor="des" refForName="Parent8" op="lte"/>
              <dgm:constr type="primFontSz" for="des" forName="Child9" refType="primFontSz" refFor="des" refForName="Parent8" op="lte"/>
              <dgm:constr type="primFontSz" for="des" forName="Child10" refType="primFontSz" refFor="des" refForName="Parent8" op="lte"/>
              <dgm:constr type="primFontSz" for="des" forName="Child1" refType="primFontSz" refFor="des" refForName="Parent9" op="lte"/>
              <dgm:constr type="primFontSz" for="des" forName="Child2" refType="primFontSz" refFor="des" refForName="Parent9" op="lte"/>
              <dgm:constr type="primFontSz" for="des" forName="Child3" refType="primFontSz" refFor="des" refForName="Parent9" op="lte"/>
              <dgm:constr type="primFontSz" for="des" forName="Child4" refType="primFontSz" refFor="des" refForName="Parent9" op="lte"/>
              <dgm:constr type="primFontSz" for="des" forName="Child5" refType="primFontSz" refFor="des" refForName="Parent9" op="lte"/>
              <dgm:constr type="primFontSz" for="des" forName="Child6" refType="primFontSz" refFor="des" refForName="Parent9" op="lte"/>
              <dgm:constr type="primFontSz" for="des" forName="Child7" refType="primFontSz" refFor="des" refForName="Parent9" op="lte"/>
              <dgm:constr type="primFontSz" for="des" forName="Child8" refType="primFontSz" refFor="des" refForName="Parent9" op="lte"/>
              <dgm:constr type="primFontSz" for="des" forName="Child9" refType="primFontSz" refFor="des" refForName="Parent9" op="lte"/>
              <dgm:constr type="primFontSz" for="des" forName="Child10" refType="primFontSz" refFor="des" refForName="Parent9" op="lte"/>
              <dgm:constr type="primFontSz" for="des" forName="Child1" refType="primFontSz" refFor="des" refForName="Parent10" op="lte"/>
              <dgm:constr type="primFontSz" for="des" forName="Child2" refType="primFontSz" refFor="des" refForName="Parent10" op="lte"/>
              <dgm:constr type="primFontSz" for="des" forName="Child3" refType="primFontSz" refFor="des" refForName="Parent10" op="lte"/>
              <dgm:constr type="primFontSz" for="des" forName="Child4" refType="primFontSz" refFor="des" refForName="Parent10" op="lte"/>
              <dgm:constr type="primFontSz" for="des" forName="Child5" refType="primFontSz" refFor="des" refForName="Parent10" op="lte"/>
              <dgm:constr type="primFontSz" for="des" forName="Child6" refType="primFontSz" refFor="des" refForName="Parent10" op="lte"/>
              <dgm:constr type="primFontSz" for="des" forName="Child7" refType="primFontSz" refFor="des" refForName="Parent10" op="lte"/>
              <dgm:constr type="primFontSz" for="des" forName="Child8" refType="primFontSz" refFor="des" refForName="Parent10" op="lte"/>
              <dgm:constr type="primFontSz" for="des" forName="Child9" refType="primFontSz" refFor="des" refForName="Parent10" op="lte"/>
              <dgm:constr type="primFontSz" for="des" forName="Child10" refType="primFontSz" refFor="des" refForName="Parent10" op="lte"/>
              <dgm:constr type="primFontSz" for="des" forName="Parent2" refType="primFontSz" refFor="des" refForName="Parent1" op="equ"/>
              <dgm:constr type="primFontSz" for="des" forName="Parent3" refType="primFontSz" refFor="des" refForName="Parent1" op="equ"/>
              <dgm:constr type="primFontSz" for="des" forName="Parent4" refType="primFontSz" refFor="des" refForName="Parent1" op="equ"/>
              <dgm:constr type="primFontSz" for="des" forName="Parent5" refType="primFontSz" refFor="des" refForName="Parent1" op="equ"/>
              <dgm:constr type="primFontSz" for="des" forName="Parent6" refType="primFontSz" refFor="des" refForName="Parent1" op="equ"/>
              <dgm:constr type="primFontSz" for="des" forName="Parent7" refType="primFontSz" refFor="des" refForName="Parent1" op="equ"/>
              <dgm:constr type="primFontSz" for="des" forName="Parent8" refType="primFontSz" refFor="des" refForName="Parent1" op="equ"/>
              <dgm:constr type="primFontSz" for="des" forName="Parent9" refType="primFontSz" refFor="des" refForName="Parent1" op="equ"/>
              <dgm:constr type="primFontSz" for="des" forName="Parent10" refType="primFontSz" refFor="des" refForName="Parent1" op="equ"/>
              <dgm:constr type="primFontSz" for="des" forName="Child2" refType="primFontSz" refFor="des" refForName="Child1" op="equ"/>
              <dgm:constr type="primFontSz" for="des" forName="Child3" refType="primFontSz" refFor="des" refForName="Child1" op="equ"/>
              <dgm:constr type="primFontSz" for="des" forName="Child4" refType="primFontSz" refFor="des" refForName="Child1" op="equ"/>
              <dgm:constr type="primFontSz" for="des" forName="Child5" refType="primFontSz" refFor="des" refForName="Child1" op="equ"/>
              <dgm:constr type="primFontSz" for="des" forName="Child6" refType="primFontSz" refFor="des" refForName="Child1" op="equ"/>
              <dgm:constr type="primFontSz" for="des" forName="Child7" refType="primFontSz" refFor="des" refForName="Child1" op="equ"/>
              <dgm:constr type="primFontSz" for="des" forName="Child8" refType="primFontSz" refFor="des" refForName="Child1" op="equ"/>
              <dgm:constr type="primFontSz" for="des" forName="Child9" refType="primFontSz" refFor="des" refForName="Child1" op="equ"/>
              <dgm:constr type="primFontSz" for="des" forName="Child10" refType="primFontSz" refFor="des" refForName="Child1" op="equ"/>
              <dgm:constr type="l" for="ch" forName="Parent10" refType="w" fact="0.9205"/>
              <dgm:constr type="t" for="ch" forName="Parent10" refType="h" fact="0.2022"/>
              <dgm:constr type="w" for="ch" forName="Parent10" refType="w" fact="0.0636"/>
              <dgm:constr type="h" for="ch" forName="Parent10" refType="h" fact="0.3799"/>
              <dgm:constr type="l" for="ch" forName="Parent9" refType="w" fact="0.822"/>
              <dgm:constr type="t" for="ch" forName="Parent9" refType="h" fact="0.2022"/>
              <dgm:constr type="w" for="ch" forName="Parent9" refType="w" fact="0.0636"/>
              <dgm:constr type="h" for="ch" forName="Parent9" refType="h" fact="0.3799"/>
              <dgm:constr type="l" for="ch" forName="Parent8" refType="w" fact="0.7235"/>
              <dgm:constr type="t" for="ch" forName="Parent8" refType="h" fact="0.2022"/>
              <dgm:constr type="w" for="ch" forName="Parent8" refType="w" fact="0.0636"/>
              <dgm:constr type="h" for="ch" forName="Parent8" refType="h" fact="0.3799"/>
              <dgm:constr type="l" for="ch" forName="Parent7" refType="w" fact="0.625"/>
              <dgm:constr type="t" for="ch" forName="Parent7" refType="h" fact="0.2022"/>
              <dgm:constr type="w" for="ch" forName="Parent7" refType="w" fact="0.0636"/>
              <dgm:constr type="h" for="ch" forName="Parent7" refType="h" fact="0.3799"/>
              <dgm:constr type="l" for="ch" forName="Parent6" refType="w" fact="0.5264"/>
              <dgm:constr type="t" for="ch" forName="Parent6" refType="h" fact="0.2022"/>
              <dgm:constr type="w" for="ch" forName="Parent6" refType="w" fact="0.0636"/>
              <dgm:constr type="h" for="ch" forName="Parent6" refType="h" fact="0.3799"/>
              <dgm:constr type="l" for="ch" forName="Parent5" refType="w" fact="0.4279"/>
              <dgm:constr type="t" for="ch" forName="Parent5" refType="h" fact="0.2022"/>
              <dgm:constr type="w" for="ch" forName="Parent5" refType="w" fact="0.0636"/>
              <dgm:constr type="h" for="ch" forName="Parent5" refType="h" fact="0.3799"/>
              <dgm:constr type="l" for="ch" forName="Parent4" refType="w" fact="0.3294"/>
              <dgm:constr type="t" for="ch" forName="Parent4" refType="h" fact="0.2022"/>
              <dgm:constr type="w" for="ch" forName="Parent4" refType="w" fact="0.0636"/>
              <dgm:constr type="h" for="ch" forName="Parent4" refType="h" fact="0.3799"/>
              <dgm:constr type="l" for="ch" forName="Parent3" refType="w" fact="0.2309"/>
              <dgm:constr type="t" for="ch" forName="Parent3" refType="h" fact="0.2022"/>
              <dgm:constr type="w" for="ch" forName="Parent3" refType="w" fact="0.0636"/>
              <dgm:constr type="h" for="ch" forName="Parent3" refType="h" fact="0.3799"/>
              <dgm:constr type="l" for="ch" forName="Parent2" refType="w" fact="0.1324"/>
              <dgm:constr type="t" for="ch" forName="Parent2" refType="h" fact="0.2022"/>
              <dgm:constr type="w" for="ch" forName="Parent2" refType="w" fact="0.0636"/>
              <dgm:constr type="h" for="ch" forName="Parent2" refType="h" fact="0.3799"/>
              <dgm:constr type="l" for="ch" forName="Parent1" refType="w" fact="0.0338"/>
              <dgm:constr type="t" for="ch" forName="Parent1" refType="h" fact="0.2022"/>
              <dgm:constr type="w" for="ch" forName="Parent1" refType="w" fact="0.0636"/>
              <dgm:constr type="h" for="ch" forName="Parent1" refType="h" fact="0.3799"/>
              <dgm:constr type="l" for="ch" forName="Accent10" refType="w" fact="0.9047"/>
              <dgm:constr type="t" for="ch" forName="Accent10" refType="h" fact="0.1072"/>
              <dgm:constr type="w" for="ch" forName="Accent10" refType="w" fact="0.0953"/>
              <dgm:constr type="h" for="ch" forName="Accent10" refType="h" fact="0.5699"/>
              <dgm:constr type="l" for="ch" forName="ParentBackground10" refType="w" fact="0.9078"/>
              <dgm:constr type="t" for="ch" forName="ParentBackground10" refType="h" fact="0.1262"/>
              <dgm:constr type="w" for="ch" forName="ParentBackground10" refType="w" fact="0.089"/>
              <dgm:constr type="h" for="ch" forName="ParentBackground10" refType="h" fact="0.5319"/>
              <dgm:constr type="l" for="ch" forName="Child10" refType="w" fact="0.9078"/>
              <dgm:constr type="t" for="ch" forName="Child10" refType="h" fact="0.6876"/>
              <dgm:constr type="w" for="ch" forName="Child10" refType="w" fact="0.089"/>
              <dgm:constr type="h" for="ch" forName="Child10" refType="h" fact="0.3124"/>
              <dgm:constr type="l" for="ch" forName="Accent9" refType="w" fact="0.7864"/>
              <dgm:constr type="t" for="ch" forName="Accent9" refType="h" fact="-0.0109"/>
              <dgm:constr type="w" for="ch" forName="Accent9" refType="w" fact="0.1348"/>
              <dgm:constr type="h" for="ch" forName="Accent9" refType="h" fact="0.806"/>
              <dgm:constr type="l" for="ch" forName="ParentBackground9" refType="w" fact="0.8093"/>
              <dgm:constr type="t" for="ch" forName="ParentBackground9" refType="h" fact="0.1262"/>
              <dgm:constr type="w" for="ch" forName="ParentBackground9" refType="w" fact="0.089"/>
              <dgm:constr type="h" for="ch" forName="ParentBackground9" refType="h" fact="0.5319"/>
              <dgm:constr type="l" for="ch" forName="Child9" refType="w" fact="0.8093"/>
              <dgm:constr type="t" for="ch" forName="Child9" refType="h" fact="0.6876"/>
              <dgm:constr type="w" for="ch" forName="Child9" refType="w" fact="0.089"/>
              <dgm:constr type="h" for="ch" forName="Child9" refType="h" fact="0.3124"/>
              <dgm:constr type="l" for="ch" forName="Accent8" refType="w" fact="0.6879"/>
              <dgm:constr type="t" for="ch" forName="Accent8" refType="h" fact="-0.0109"/>
              <dgm:constr type="w" for="ch" forName="Accent8" refType="w" fact="0.1348"/>
              <dgm:constr type="h" for="ch" forName="Accent8" refType="h" fact="0.806"/>
              <dgm:constr type="l" for="ch" forName="ParentBackground8" refType="w" fact="0.7108"/>
              <dgm:constr type="t" for="ch" forName="ParentBackground8" refType="h" fact="0.1262"/>
              <dgm:constr type="w" for="ch" forName="ParentBackground8" refType="w" fact="0.089"/>
              <dgm:constr type="h" for="ch" forName="ParentBackground8" refType="h" fact="0.5319"/>
              <dgm:constr type="l" for="ch" forName="Child8" refType="w" fact="0.7108"/>
              <dgm:constr type="t" for="ch" forName="Child8" refType="h" fact="0.6876"/>
              <dgm:constr type="w" for="ch" forName="Child8" refType="w" fact="0.089"/>
              <dgm:constr type="h" for="ch" forName="Child8" refType="h" fact="0.3124"/>
              <dgm:constr type="l" for="ch" forName="Accent7" refType="w" fact="0.5893"/>
              <dgm:constr type="t" for="ch" forName="Accent7" refType="h" fact="-0.0109"/>
              <dgm:constr type="w" for="ch" forName="Accent7" refType="w" fact="0.1348"/>
              <dgm:constr type="h" for="ch" forName="Accent7" refType="h" fact="0.806"/>
              <dgm:constr type="l" for="ch" forName="ParentBackground7" refType="w" fact="0.6123"/>
              <dgm:constr type="t" for="ch" forName="ParentBackground7" refType="h" fact="0.1262"/>
              <dgm:constr type="w" for="ch" forName="ParentBackground7" refType="w" fact="0.089"/>
              <dgm:constr type="h" for="ch" forName="ParentBackground7" refType="h" fact="0.5319"/>
              <dgm:constr type="l" for="ch" forName="Child7" refType="w" fact="0.6123"/>
              <dgm:constr type="t" for="ch" forName="Child7" refType="h" fact="0.6876"/>
              <dgm:constr type="w" for="ch" forName="Child7" refType="w" fact="0.089"/>
              <dgm:constr type="h" for="ch" forName="Child7" refType="h" fact="0.3124"/>
              <dgm:constr type="l" for="ch" forName="Accent6" refType="w" fact="0.4908"/>
              <dgm:constr type="t" for="ch" forName="Accent6" refType="h" fact="-0.0109"/>
              <dgm:constr type="w" for="ch" forName="Accent6" refType="w" fact="0.1348"/>
              <dgm:constr type="h" for="ch" forName="Accent6" refType="h" fact="0.806"/>
              <dgm:constr type="l" for="ch" forName="ParentBackground6" refType="w" fact="0.5137"/>
              <dgm:constr type="t" for="ch" forName="ParentBackground6" refType="h" fact="0.1262"/>
              <dgm:constr type="w" for="ch" forName="ParentBackground6" refType="w" fact="0.089"/>
              <dgm:constr type="h" for="ch" forName="ParentBackground6" refType="h" fact="0.5319"/>
              <dgm:constr type="l" for="ch" forName="Child6" refType="w" fact="0.5137"/>
              <dgm:constr type="t" for="ch" forName="Child6" refType="h" fact="0.6876"/>
              <dgm:constr type="w" for="ch" forName="Child6" refType="w" fact="0.089"/>
              <dgm:constr type="h" for="ch" forName="Child6" refType="h" fact="0.3124"/>
              <dgm:constr type="l" for="ch" forName="Accent5" refType="w" fact="0.3923"/>
              <dgm:constr type="t" for="ch" forName="Accent5" refType="h" fact="-0.0109"/>
              <dgm:constr type="w" for="ch" forName="Accent5" refType="w" fact="0.1348"/>
              <dgm:constr type="h" for="ch" forName="Accent5" refType="h" fact="0.806"/>
              <dgm:constr type="l" for="ch" forName="ParentBackground5" refType="w" fact="0.4152"/>
              <dgm:constr type="t" for="ch" forName="ParentBackground5" refType="h" fact="0.1262"/>
              <dgm:constr type="w" for="ch" forName="ParentBackground5" refType="w" fact="0.089"/>
              <dgm:constr type="h" for="ch" forName="ParentBackground5" refType="h" fact="0.5319"/>
              <dgm:constr type="l" for="ch" forName="Child5" refType="w" fact="0.4152"/>
              <dgm:constr type="t" for="ch" forName="Child5" refType="h" fact="0.6876"/>
              <dgm:constr type="w" for="ch" forName="Child5" refType="w" fact="0.089"/>
              <dgm:constr type="h" for="ch" forName="Child5" refType="h" fact="0.3124"/>
              <dgm:constr type="l" for="ch" forName="Accent4" refType="w" fact="0.2938"/>
              <dgm:constr type="t" for="ch" forName="Accent4" refType="h" fact="-0.0109"/>
              <dgm:constr type="w" for="ch" forName="Accent4" refType="w" fact="0.1348"/>
              <dgm:constr type="h" for="ch" forName="Accent4" refType="h" fact="0.806"/>
              <dgm:constr type="l" for="ch" forName="ParentBackground4" refType="w" fact="0.3167"/>
              <dgm:constr type="t" for="ch" forName="ParentBackground4" refType="h" fact="0.1262"/>
              <dgm:constr type="w" for="ch" forName="ParentBackground4" refType="w" fact="0.089"/>
              <dgm:constr type="h" for="ch" forName="ParentBackground4" refType="h" fact="0.5319"/>
              <dgm:constr type="l" for="ch" forName="Child4" refType="w" fact="0.3167"/>
              <dgm:constr type="t" for="ch" forName="Child4" refType="h" fact="0.6876"/>
              <dgm:constr type="w" for="ch" forName="Child4" refType="w" fact="0.089"/>
              <dgm:constr type="h" for="ch" forName="Child4" refType="h" fact="0.3124"/>
              <dgm:constr type="l" for="ch" forName="Accent3" refType="w" fact="0.1952"/>
              <dgm:constr type="t" for="ch" forName="Accent3" refType="h" fact="-0.0109"/>
              <dgm:constr type="w" for="ch" forName="Accent3" refType="w" fact="0.1348"/>
              <dgm:constr type="h" for="ch" forName="Accent3" refType="h" fact="0.806"/>
              <dgm:constr type="l" for="ch" forName="ParentBackground3" refType="w" fact="0.2182"/>
              <dgm:constr type="t" for="ch" forName="ParentBackground3" refType="h" fact="0.1262"/>
              <dgm:constr type="w" for="ch" forName="ParentBackground3" refType="w" fact="0.089"/>
              <dgm:constr type="h" for="ch" forName="ParentBackground3" refType="h" fact="0.5319"/>
              <dgm:constr type="l" for="ch" forName="Child3" refType="w" fact="0.2182"/>
              <dgm:constr type="t" for="ch" forName="Child3" refType="h" fact="0.6876"/>
              <dgm:constr type="w" for="ch" forName="Child3" refType="w" fact="0.089"/>
              <dgm:constr type="h" for="ch" forName="Child3" refType="h" fact="0.3124"/>
              <dgm:constr type="l" for="ch" forName="Accent2" refType="w" fact="0.0967"/>
              <dgm:constr type="t" for="ch" forName="Accent2" refType="h" fact="-0.0109"/>
              <dgm:constr type="w" for="ch" forName="Accent2" refType="w" fact="0.1348"/>
              <dgm:constr type="h" for="ch" forName="Accent2" refType="h" fact="0.806"/>
              <dgm:constr type="l" for="ch" forName="ParentBackground2" refType="w" fact="0.1196"/>
              <dgm:constr type="t" for="ch" forName="ParentBackground2" refType="h" fact="0.1262"/>
              <dgm:constr type="w" for="ch" forName="ParentBackground2" refType="w" fact="0.089"/>
              <dgm:constr type="h" for="ch" forName="ParentBackground2" refType="h" fact="0.5319"/>
              <dgm:constr type="l" for="ch" forName="Child2" refType="w" fact="0.1196"/>
              <dgm:constr type="t" for="ch" forName="Child2" refType="h" fact="0.6876"/>
              <dgm:constr type="w" for="ch" forName="Child2" refType="w" fact="0.089"/>
              <dgm:constr type="h" for="ch" forName="Child2" refType="h" fact="0.3124"/>
              <dgm:constr type="l" for="ch" forName="Accent1" refType="w" fact="-0.0018"/>
              <dgm:constr type="t" for="ch" forName="Accent1" refType="h" fact="-0.0109"/>
              <dgm:constr type="w" for="ch" forName="Accent1" refType="w" fact="0.1348"/>
              <dgm:constr type="h" for="ch" forName="Accent1" refType="h" fact="0.806"/>
              <dgm:constr type="l" for="ch" forName="ParentBackground1" refType="w" fact="0.0211"/>
              <dgm:constr type="t" for="ch" forName="ParentBackground1" refType="h" fact="0.1262"/>
              <dgm:constr type="w" for="ch" forName="ParentBackground1" refType="w" fact="0.089"/>
              <dgm:constr type="h" for="ch" forName="ParentBackground1" refType="h" fact="0.5319"/>
              <dgm:constr type="l" for="ch" forName="Child1" refType="w" fact="0.0211"/>
              <dgm:constr type="t" for="ch" forName="Child1" refType="h" fact="0.6876"/>
              <dgm:constr type="w" for="ch" forName="Child1" refType="w" fact="0.089"/>
              <dgm:constr type="h" for="ch" forName="Child1" refType="h" fact="0.3124"/>
            </dgm:constrLst>
          </dgm:if>
          <dgm:else name="Name14">
            <dgm:alg type="composite">
              <dgm:param type="ar" val="6.5658"/>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4" refType="primFontSz" refFor="des" refForName="Parent1" op="lte"/>
              <dgm:constr type="primFontSz" for="des" forName="Child5" refType="primFontSz" refFor="des" refForName="Parent1" op="lte"/>
              <dgm:constr type="primFontSz" for="des" forName="Child6" refType="primFontSz" refFor="des" refForName="Parent1" op="lte"/>
              <dgm:constr type="primFontSz" for="des" forName="Child7" refType="primFontSz" refFor="des" refForName="Parent1" op="lte"/>
              <dgm:constr type="primFontSz" for="des" forName="Child8" refType="primFontSz" refFor="des" refForName="Parent1" op="lte"/>
              <dgm:constr type="primFontSz" for="des" forName="Child9" refType="primFontSz" refFor="des" refForName="Parent1" op="lte"/>
              <dgm:constr type="primFontSz" for="des" forName="Child10" refType="primFontSz" refFor="des" refForName="Parent1" op="lte"/>
              <dgm:constr type="primFontSz" for="des" forName="Child11"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4" refType="primFontSz" refFor="des" refForName="Parent2" op="lte"/>
              <dgm:constr type="primFontSz" for="des" forName="Child5" refType="primFontSz" refFor="des" refForName="Parent2" op="lte"/>
              <dgm:constr type="primFontSz" for="des" forName="Child6" refType="primFontSz" refFor="des" refForName="Parent2" op="lte"/>
              <dgm:constr type="primFontSz" for="des" forName="Child7" refType="primFontSz" refFor="des" refForName="Parent2" op="lte"/>
              <dgm:constr type="primFontSz" for="des" forName="Child8" refType="primFontSz" refFor="des" refForName="Parent2" op="lte"/>
              <dgm:constr type="primFontSz" for="des" forName="Child9" refType="primFontSz" refFor="des" refForName="Parent2" op="lte"/>
              <dgm:constr type="primFontSz" for="des" forName="Child10" refType="primFontSz" refFor="des" refForName="Parent2" op="lte"/>
              <dgm:constr type="primFontSz" for="des" forName="Child11"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Child4" refType="primFontSz" refFor="des" refForName="Parent3" op="lte"/>
              <dgm:constr type="primFontSz" for="des" forName="Child5" refType="primFontSz" refFor="des" refForName="Parent3" op="lte"/>
              <dgm:constr type="primFontSz" for="des" forName="Child6" refType="primFontSz" refFor="des" refForName="Parent3" op="lte"/>
              <dgm:constr type="primFontSz" for="des" forName="Child7" refType="primFontSz" refFor="des" refForName="Parent3" op="lte"/>
              <dgm:constr type="primFontSz" for="des" forName="Child8" refType="primFontSz" refFor="des" refForName="Parent3" op="lte"/>
              <dgm:constr type="primFontSz" for="des" forName="Child9" refType="primFontSz" refFor="des" refForName="Parent3" op="lte"/>
              <dgm:constr type="primFontSz" for="des" forName="Child10" refType="primFontSz" refFor="des" refForName="Parent3" op="lte"/>
              <dgm:constr type="primFontSz" for="des" forName="Child11" refType="primFontSz" refFor="des" refForName="Parent3" op="lte"/>
              <dgm:constr type="primFontSz" for="des" forName="Child1" refType="primFontSz" refFor="des" refForName="Parent4" op="lte"/>
              <dgm:constr type="primFontSz" for="des" forName="Child2" refType="primFontSz" refFor="des" refForName="Parent4" op="lte"/>
              <dgm:constr type="primFontSz" for="des" forName="Child3" refType="primFontSz" refFor="des" refForName="Parent4" op="lte"/>
              <dgm:constr type="primFontSz" for="des" forName="Child4" refType="primFontSz" refFor="des" refForName="Parent4" op="lte"/>
              <dgm:constr type="primFontSz" for="des" forName="Child5" refType="primFontSz" refFor="des" refForName="Parent4" op="lte"/>
              <dgm:constr type="primFontSz" for="des" forName="Child6" refType="primFontSz" refFor="des" refForName="Parent4" op="lte"/>
              <dgm:constr type="primFontSz" for="des" forName="Child7" refType="primFontSz" refFor="des" refForName="Parent4" op="lte"/>
              <dgm:constr type="primFontSz" for="des" forName="Child8" refType="primFontSz" refFor="des" refForName="Parent4" op="lte"/>
              <dgm:constr type="primFontSz" for="des" forName="Child9" refType="primFontSz" refFor="des" refForName="Parent4" op="lte"/>
              <dgm:constr type="primFontSz" for="des" forName="Child10" refType="primFontSz" refFor="des" refForName="Parent4" op="lte"/>
              <dgm:constr type="primFontSz" for="des" forName="Child11" refType="primFontSz" refFor="des" refForName="Parent4" op="lte"/>
              <dgm:constr type="primFontSz" for="des" forName="Child1" refType="primFontSz" refFor="des" refForName="Parent5" op="lte"/>
              <dgm:constr type="primFontSz" for="des" forName="Child2" refType="primFontSz" refFor="des" refForName="Parent5" op="lte"/>
              <dgm:constr type="primFontSz" for="des" forName="Child3" refType="primFontSz" refFor="des" refForName="Parent5" op="lte"/>
              <dgm:constr type="primFontSz" for="des" forName="Child4" refType="primFontSz" refFor="des" refForName="Parent5" op="lte"/>
              <dgm:constr type="primFontSz" for="des" forName="Child5" refType="primFontSz" refFor="des" refForName="Parent5" op="lte"/>
              <dgm:constr type="primFontSz" for="des" forName="Child6" refType="primFontSz" refFor="des" refForName="Parent5" op="lte"/>
              <dgm:constr type="primFontSz" for="des" forName="Child7" refType="primFontSz" refFor="des" refForName="Parent5" op="lte"/>
              <dgm:constr type="primFontSz" for="des" forName="Child8" refType="primFontSz" refFor="des" refForName="Parent5" op="lte"/>
              <dgm:constr type="primFontSz" for="des" forName="Child9" refType="primFontSz" refFor="des" refForName="Parent5" op="lte"/>
              <dgm:constr type="primFontSz" for="des" forName="Child10" refType="primFontSz" refFor="des" refForName="Parent5" op="lte"/>
              <dgm:constr type="primFontSz" for="des" forName="Child11" refType="primFontSz" refFor="des" refForName="Parent5" op="lte"/>
              <dgm:constr type="primFontSz" for="des" forName="Child1" refType="primFontSz" refFor="des" refForName="Parent6" op="lte"/>
              <dgm:constr type="primFontSz" for="des" forName="Child2" refType="primFontSz" refFor="des" refForName="Parent6" op="lte"/>
              <dgm:constr type="primFontSz" for="des" forName="Child3" refType="primFontSz" refFor="des" refForName="Parent6" op="lte"/>
              <dgm:constr type="primFontSz" for="des" forName="Child4" refType="primFontSz" refFor="des" refForName="Parent6" op="lte"/>
              <dgm:constr type="primFontSz" for="des" forName="Child5" refType="primFontSz" refFor="des" refForName="Parent6" op="lte"/>
              <dgm:constr type="primFontSz" for="des" forName="Child6" refType="primFontSz" refFor="des" refForName="Parent6" op="lte"/>
              <dgm:constr type="primFontSz" for="des" forName="Child7" refType="primFontSz" refFor="des" refForName="Parent6" op="lte"/>
              <dgm:constr type="primFontSz" for="des" forName="Child8" refType="primFontSz" refFor="des" refForName="Parent6" op="lte"/>
              <dgm:constr type="primFontSz" for="des" forName="Child9" refType="primFontSz" refFor="des" refForName="Parent6" op="lte"/>
              <dgm:constr type="primFontSz" for="des" forName="Child10" refType="primFontSz" refFor="des" refForName="Parent6" op="lte"/>
              <dgm:constr type="primFontSz" for="des" forName="Child11" refType="primFontSz" refFor="des" refForName="Parent6" op="lte"/>
              <dgm:constr type="primFontSz" for="des" forName="Child1" refType="primFontSz" refFor="des" refForName="Parent7" op="lte"/>
              <dgm:constr type="primFontSz" for="des" forName="Child2" refType="primFontSz" refFor="des" refForName="Parent7" op="lte"/>
              <dgm:constr type="primFontSz" for="des" forName="Child3" refType="primFontSz" refFor="des" refForName="Parent7" op="lte"/>
              <dgm:constr type="primFontSz" for="des" forName="Child4" refType="primFontSz" refFor="des" refForName="Parent7" op="lte"/>
              <dgm:constr type="primFontSz" for="des" forName="Child5" refType="primFontSz" refFor="des" refForName="Parent7" op="lte"/>
              <dgm:constr type="primFontSz" for="des" forName="Child6" refType="primFontSz" refFor="des" refForName="Parent7" op="lte"/>
              <dgm:constr type="primFontSz" for="des" forName="Child7" refType="primFontSz" refFor="des" refForName="Parent7" op="lte"/>
              <dgm:constr type="primFontSz" for="des" forName="Child8" refType="primFontSz" refFor="des" refForName="Parent7" op="lte"/>
              <dgm:constr type="primFontSz" for="des" forName="Child9" refType="primFontSz" refFor="des" refForName="Parent7" op="lte"/>
              <dgm:constr type="primFontSz" for="des" forName="Child10" refType="primFontSz" refFor="des" refForName="Parent7" op="lte"/>
              <dgm:constr type="primFontSz" for="des" forName="Child11" refType="primFontSz" refFor="des" refForName="Parent7" op="lte"/>
              <dgm:constr type="primFontSz" for="des" forName="Child1" refType="primFontSz" refFor="des" refForName="Parent8" op="lte"/>
              <dgm:constr type="primFontSz" for="des" forName="Child2" refType="primFontSz" refFor="des" refForName="Parent8" op="lte"/>
              <dgm:constr type="primFontSz" for="des" forName="Child3" refType="primFontSz" refFor="des" refForName="Parent8" op="lte"/>
              <dgm:constr type="primFontSz" for="des" forName="Child4" refType="primFontSz" refFor="des" refForName="Parent8" op="lte"/>
              <dgm:constr type="primFontSz" for="des" forName="Child5" refType="primFontSz" refFor="des" refForName="Parent8" op="lte"/>
              <dgm:constr type="primFontSz" for="des" forName="Child6" refType="primFontSz" refFor="des" refForName="Parent8" op="lte"/>
              <dgm:constr type="primFontSz" for="des" forName="Child7" refType="primFontSz" refFor="des" refForName="Parent8" op="lte"/>
              <dgm:constr type="primFontSz" for="des" forName="Child8" refType="primFontSz" refFor="des" refForName="Parent8" op="lte"/>
              <dgm:constr type="primFontSz" for="des" forName="Child9" refType="primFontSz" refFor="des" refForName="Parent8" op="lte"/>
              <dgm:constr type="primFontSz" for="des" forName="Child10" refType="primFontSz" refFor="des" refForName="Parent8" op="lte"/>
              <dgm:constr type="primFontSz" for="des" forName="Child11" refType="primFontSz" refFor="des" refForName="Parent8" op="lte"/>
              <dgm:constr type="primFontSz" for="des" forName="Child1" refType="primFontSz" refFor="des" refForName="Parent9" op="lte"/>
              <dgm:constr type="primFontSz" for="des" forName="Child2" refType="primFontSz" refFor="des" refForName="Parent9" op="lte"/>
              <dgm:constr type="primFontSz" for="des" forName="Child3" refType="primFontSz" refFor="des" refForName="Parent9" op="lte"/>
              <dgm:constr type="primFontSz" for="des" forName="Child4" refType="primFontSz" refFor="des" refForName="Parent9" op="lte"/>
              <dgm:constr type="primFontSz" for="des" forName="Child5" refType="primFontSz" refFor="des" refForName="Parent9" op="lte"/>
              <dgm:constr type="primFontSz" for="des" forName="Child6" refType="primFontSz" refFor="des" refForName="Parent9" op="lte"/>
              <dgm:constr type="primFontSz" for="des" forName="Child7" refType="primFontSz" refFor="des" refForName="Parent9" op="lte"/>
              <dgm:constr type="primFontSz" for="des" forName="Child8" refType="primFontSz" refFor="des" refForName="Parent9" op="lte"/>
              <dgm:constr type="primFontSz" for="des" forName="Child9" refType="primFontSz" refFor="des" refForName="Parent9" op="lte"/>
              <dgm:constr type="primFontSz" for="des" forName="Child10" refType="primFontSz" refFor="des" refForName="Parent9" op="lte"/>
              <dgm:constr type="primFontSz" for="des" forName="Child11" refType="primFontSz" refFor="des" refForName="Parent9" op="lte"/>
              <dgm:constr type="primFontSz" for="des" forName="Child1" refType="primFontSz" refFor="des" refForName="Parent10" op="lte"/>
              <dgm:constr type="primFontSz" for="des" forName="Child2" refType="primFontSz" refFor="des" refForName="Parent10" op="lte"/>
              <dgm:constr type="primFontSz" for="des" forName="Child3" refType="primFontSz" refFor="des" refForName="Parent10" op="lte"/>
              <dgm:constr type="primFontSz" for="des" forName="Child4" refType="primFontSz" refFor="des" refForName="Parent10" op="lte"/>
              <dgm:constr type="primFontSz" for="des" forName="Child5" refType="primFontSz" refFor="des" refForName="Parent10" op="lte"/>
              <dgm:constr type="primFontSz" for="des" forName="Child6" refType="primFontSz" refFor="des" refForName="Parent10" op="lte"/>
              <dgm:constr type="primFontSz" for="des" forName="Child7" refType="primFontSz" refFor="des" refForName="Parent10" op="lte"/>
              <dgm:constr type="primFontSz" for="des" forName="Child8" refType="primFontSz" refFor="des" refForName="Parent10" op="lte"/>
              <dgm:constr type="primFontSz" for="des" forName="Child9" refType="primFontSz" refFor="des" refForName="Parent10" op="lte"/>
              <dgm:constr type="primFontSz" for="des" forName="Child10" refType="primFontSz" refFor="des" refForName="Parent10" op="lte"/>
              <dgm:constr type="primFontSz" for="des" forName="Child11" refType="primFontSz" refFor="des" refForName="Parent10" op="lte"/>
              <dgm:constr type="primFontSz" for="des" forName="Child1" refType="primFontSz" refFor="des" refForName="Parent11" op="lte"/>
              <dgm:constr type="primFontSz" for="des" forName="Child2" refType="primFontSz" refFor="des" refForName="Parent11" op="lte"/>
              <dgm:constr type="primFontSz" for="des" forName="Child3" refType="primFontSz" refFor="des" refForName="Parent11" op="lte"/>
              <dgm:constr type="primFontSz" for="des" forName="Child4" refType="primFontSz" refFor="des" refForName="Parent11" op="lte"/>
              <dgm:constr type="primFontSz" for="des" forName="Child5" refType="primFontSz" refFor="des" refForName="Parent11" op="lte"/>
              <dgm:constr type="primFontSz" for="des" forName="Child6" refType="primFontSz" refFor="des" refForName="Parent11" op="lte"/>
              <dgm:constr type="primFontSz" for="des" forName="Child7" refType="primFontSz" refFor="des" refForName="Parent11" op="lte"/>
              <dgm:constr type="primFontSz" for="des" forName="Child8" refType="primFontSz" refFor="des" refForName="Parent11" op="lte"/>
              <dgm:constr type="primFontSz" for="des" forName="Child9" refType="primFontSz" refFor="des" refForName="Parent11" op="lte"/>
              <dgm:constr type="primFontSz" for="des" forName="Child10" refType="primFontSz" refFor="des" refForName="Parent11" op="lte"/>
              <dgm:constr type="primFontSz" for="des" forName="Child11" refType="primFontSz" refFor="des" refForName="Parent11" op="lte"/>
              <dgm:constr type="primFontSz" for="des" forName="Parent2" refType="primFontSz" refFor="des" refForName="Parent1" op="equ"/>
              <dgm:constr type="primFontSz" for="des" forName="Parent3" refType="primFontSz" refFor="des" refForName="Parent1" op="equ"/>
              <dgm:constr type="primFontSz" for="des" forName="Parent4" refType="primFontSz" refFor="des" refForName="Parent1" op="equ"/>
              <dgm:constr type="primFontSz" for="des" forName="Parent5" refType="primFontSz" refFor="des" refForName="Parent1" op="equ"/>
              <dgm:constr type="primFontSz" for="des" forName="Parent6" refType="primFontSz" refFor="des" refForName="Parent1" op="equ"/>
              <dgm:constr type="primFontSz" for="des" forName="Parent7" refType="primFontSz" refFor="des" refForName="Parent1" op="equ"/>
              <dgm:constr type="primFontSz" for="des" forName="Parent8" refType="primFontSz" refFor="des" refForName="Parent1" op="equ"/>
              <dgm:constr type="primFontSz" for="des" forName="Parent9" refType="primFontSz" refFor="des" refForName="Parent1" op="equ"/>
              <dgm:constr type="primFontSz" for="des" forName="Parent10" refType="primFontSz" refFor="des" refForName="Parent1" op="equ"/>
              <dgm:constr type="primFontSz" for="des" forName="Parent11" refType="primFontSz" refFor="des" refForName="Parent1" op="equ"/>
              <dgm:constr type="primFontSz" for="des" forName="Child2" refType="primFontSz" refFor="des" refForName="Child1" op="equ"/>
              <dgm:constr type="primFontSz" for="des" forName="Child3" refType="primFontSz" refFor="des" refForName="Child1" op="equ"/>
              <dgm:constr type="primFontSz" for="des" forName="Child4" refType="primFontSz" refFor="des" refForName="Child1" op="equ"/>
              <dgm:constr type="primFontSz" for="des" forName="Child5" refType="primFontSz" refFor="des" refForName="Child1" op="equ"/>
              <dgm:constr type="primFontSz" for="des" forName="Child6" refType="primFontSz" refFor="des" refForName="Child1" op="equ"/>
              <dgm:constr type="primFontSz" for="des" forName="Child7" refType="primFontSz" refFor="des" refForName="Child1" op="equ"/>
              <dgm:constr type="primFontSz" for="des" forName="Child8" refType="primFontSz" refFor="des" refForName="Child1" op="equ"/>
              <dgm:constr type="primFontSz" for="des" forName="Child9" refType="primFontSz" refFor="des" refForName="Child1" op="equ"/>
              <dgm:constr type="primFontSz" for="des" forName="Child10" refType="primFontSz" refFor="des" refForName="Child1" op="equ"/>
              <dgm:constr type="primFontSz" for="des" forName="Child11" refType="primFontSz" refFor="des" refForName="Child1" op="equ"/>
              <dgm:constr type="l" for="ch" forName="Parent11" refType="w" fact="0.9277"/>
              <dgm:constr type="t" for="ch" forName="Parent11" refType="h" fact="0.2022"/>
              <dgm:constr type="w" for="ch" forName="Parent11" refType="w" fact="0.0579"/>
              <dgm:constr type="h" for="ch" forName="Parent11" refType="h" fact="0.3799"/>
              <dgm:constr type="l" for="ch" forName="Parent10" refType="w" fact="0.838"/>
              <dgm:constr type="t" for="ch" forName="Parent10" refType="h" fact="0.2022"/>
              <dgm:constr type="w" for="ch" forName="Parent10" refType="w" fact="0.0579"/>
              <dgm:constr type="h" for="ch" forName="Parent10" refType="h" fact="0.3799"/>
              <dgm:constr type="l" for="ch" forName="Parent9" refType="w" fact="0.7483"/>
              <dgm:constr type="t" for="ch" forName="Parent9" refType="h" fact="0.2022"/>
              <dgm:constr type="w" for="ch" forName="Parent9" refType="w" fact="0.0579"/>
              <dgm:constr type="h" for="ch" forName="Parent9" refType="h" fact="0.3799"/>
              <dgm:constr type="l" for="ch" forName="Parent8" refType="w" fact="0.6586"/>
              <dgm:constr type="t" for="ch" forName="Parent8" refType="h" fact="0.2022"/>
              <dgm:constr type="w" for="ch" forName="Parent8" refType="w" fact="0.0579"/>
              <dgm:constr type="h" for="ch" forName="Parent8" refType="h" fact="0.3799"/>
              <dgm:constr type="l" for="ch" forName="Parent7" refType="w" fact="0.5689"/>
              <dgm:constr type="t" for="ch" forName="Parent7" refType="h" fact="0.2022"/>
              <dgm:constr type="w" for="ch" forName="Parent7" refType="w" fact="0.0579"/>
              <dgm:constr type="h" for="ch" forName="Parent7" refType="h" fact="0.3799"/>
              <dgm:constr type="l" for="ch" forName="Parent6" refType="w" fact="0.4792"/>
              <dgm:constr type="t" for="ch" forName="Parent6" refType="h" fact="0.2022"/>
              <dgm:constr type="w" for="ch" forName="Parent6" refType="w" fact="0.0579"/>
              <dgm:constr type="h" for="ch" forName="Parent6" refType="h" fact="0.3799"/>
              <dgm:constr type="l" for="ch" forName="Parent5" refType="w" fact="0.3895"/>
              <dgm:constr type="t" for="ch" forName="Parent5" refType="h" fact="0.2022"/>
              <dgm:constr type="w" for="ch" forName="Parent5" refType="w" fact="0.0579"/>
              <dgm:constr type="h" for="ch" forName="Parent5" refType="h" fact="0.3799"/>
              <dgm:constr type="l" for="ch" forName="Parent4" refType="w" fact="0.2999"/>
              <dgm:constr type="t" for="ch" forName="Parent4" refType="h" fact="0.2022"/>
              <dgm:constr type="w" for="ch" forName="Parent4" refType="w" fact="0.0579"/>
              <dgm:constr type="h" for="ch" forName="Parent4" refType="h" fact="0.3799"/>
              <dgm:constr type="l" for="ch" forName="Parent3" refType="w" fact="0.2102"/>
              <dgm:constr type="t" for="ch" forName="Parent3" refType="h" fact="0.2022"/>
              <dgm:constr type="w" for="ch" forName="Parent3" refType="w" fact="0.0579"/>
              <dgm:constr type="h" for="ch" forName="Parent3" refType="h" fact="0.3799"/>
              <dgm:constr type="l" for="ch" forName="Parent2" refType="w" fact="0.1205"/>
              <dgm:constr type="t" for="ch" forName="Parent2" refType="h" fact="0.2022"/>
              <dgm:constr type="w" for="ch" forName="Parent2" refType="w" fact="0.0579"/>
              <dgm:constr type="h" for="ch" forName="Parent2" refType="h" fact="0.3799"/>
              <dgm:constr type="l" for="ch" forName="Parent1" refType="w" fact="0.0308"/>
              <dgm:constr type="t" for="ch" forName="Parent1" refType="h" fact="0.2022"/>
              <dgm:constr type="w" for="ch" forName="Parent1" refType="w" fact="0.0579"/>
              <dgm:constr type="h" for="ch" forName="Parent1" refType="h" fact="0.3799"/>
              <dgm:constr type="l" for="ch" forName="Accent11" refType="w" fact="0.9132"/>
              <dgm:constr type="t" for="ch" forName="Accent11" refType="h" fact="0.1072"/>
              <dgm:constr type="w" for="ch" forName="Accent11" refType="w" fact="0.0868"/>
              <dgm:constr type="h" for="ch" forName="Accent11" refType="h" fact="0.5699"/>
              <dgm:constr type="l" for="ch" forName="ParentBackground11" refType="w" fact="0.9161"/>
              <dgm:constr type="t" for="ch" forName="ParentBackground11" refType="h" fact="0.1262"/>
              <dgm:constr type="w" for="ch" forName="ParentBackground11" refType="w" fact="0.081"/>
              <dgm:constr type="h" for="ch" forName="ParentBackground11" refType="h" fact="0.5319"/>
              <dgm:constr type="l" for="ch" forName="Child11" refType="w" fact="0.9161"/>
              <dgm:constr type="t" for="ch" forName="Child11" refType="h" fact="0.6876"/>
              <dgm:constr type="w" for="ch" forName="Child11" refType="w" fact="0.081"/>
              <dgm:constr type="h" for="ch" forName="Child11" refType="h" fact="0.3124"/>
              <dgm:constr type="l" for="ch" forName="Accent10" refType="w" fact="0.8055"/>
              <dgm:constr type="t" for="ch" forName="Accent10" refType="h" fact="-0.0109"/>
              <dgm:constr type="w" for="ch" forName="Accent10" refType="w" fact="0.1228"/>
              <dgm:constr type="h" for="ch" forName="Accent10" refType="h" fact="0.806"/>
              <dgm:constr type="l" for="ch" forName="ParentBackground10" refType="w" fact="0.8264"/>
              <dgm:constr type="t" for="ch" forName="ParentBackground10" refType="h" fact="0.1262"/>
              <dgm:constr type="w" for="ch" forName="ParentBackground10" refType="w" fact="0.081"/>
              <dgm:constr type="h" for="ch" forName="ParentBackground10" refType="h" fact="0.5319"/>
              <dgm:constr type="l" for="ch" forName="Child10" refType="w" fact="0.8264"/>
              <dgm:constr type="t" for="ch" forName="Child10" refType="h" fact="0.6876"/>
              <dgm:constr type="w" for="ch" forName="Child10" refType="w" fact="0.081"/>
              <dgm:constr type="h" for="ch" forName="Child10" refType="h" fact="0.3124"/>
              <dgm:constr type="l" for="ch" forName="Accent9" refType="w" fact="0.7158"/>
              <dgm:constr type="t" for="ch" forName="Accent9" refType="h" fact="-0.0109"/>
              <dgm:constr type="w" for="ch" forName="Accent9" refType="w" fact="0.1228"/>
              <dgm:constr type="h" for="ch" forName="Accent9" refType="h" fact="0.806"/>
              <dgm:constr type="l" for="ch" forName="ParentBackground9" refType="w" fact="0.7367"/>
              <dgm:constr type="t" for="ch" forName="ParentBackground9" refType="h" fact="0.1262"/>
              <dgm:constr type="w" for="ch" forName="ParentBackground9" refType="w" fact="0.081"/>
              <dgm:constr type="h" for="ch" forName="ParentBackground9" refType="h" fact="0.5319"/>
              <dgm:constr type="l" for="ch" forName="Child9" refType="w" fact="0.7367"/>
              <dgm:constr type="t" for="ch" forName="Child9" refType="h" fact="0.6876"/>
              <dgm:constr type="w" for="ch" forName="Child9" refType="w" fact="0.081"/>
              <dgm:constr type="h" for="ch" forName="Child9" refType="h" fact="0.3124"/>
              <dgm:constr type="l" for="ch" forName="Accent8" refType="w" fact="0.6261"/>
              <dgm:constr type="t" for="ch" forName="Accent8" refType="h" fact="-0.0109"/>
              <dgm:constr type="w" for="ch" forName="Accent8" refType="w" fact="0.1228"/>
              <dgm:constr type="h" for="ch" forName="Accent8" refType="h" fact="0.806"/>
              <dgm:constr type="l" for="ch" forName="ParentBackground8" refType="w" fact="0.647"/>
              <dgm:constr type="t" for="ch" forName="ParentBackground8" refType="h" fact="0.1262"/>
              <dgm:constr type="w" for="ch" forName="ParentBackground8" refType="w" fact="0.081"/>
              <dgm:constr type="h" for="ch" forName="ParentBackground8" refType="h" fact="0.5319"/>
              <dgm:constr type="l" for="ch" forName="Child8" refType="w" fact="0.647"/>
              <dgm:constr type="t" for="ch" forName="Child8" refType="h" fact="0.6876"/>
              <dgm:constr type="w" for="ch" forName="Child8" refType="w" fact="0.081"/>
              <dgm:constr type="h" for="ch" forName="Child8" refType="h" fact="0.3124"/>
              <dgm:constr type="l" for="ch" forName="Accent7" refType="w" fact="0.5364"/>
              <dgm:constr type="t" for="ch" forName="Accent7" refType="h" fact="-0.0109"/>
              <dgm:constr type="w" for="ch" forName="Accent7" refType="w" fact="0.1228"/>
              <dgm:constr type="h" for="ch" forName="Accent7" refType="h" fact="0.806"/>
              <dgm:constr type="l" for="ch" forName="ParentBackground7" refType="w" fact="0.5573"/>
              <dgm:constr type="t" for="ch" forName="ParentBackground7" refType="h" fact="0.1262"/>
              <dgm:constr type="w" for="ch" forName="ParentBackground7" refType="w" fact="0.081"/>
              <dgm:constr type="h" for="ch" forName="ParentBackground7" refType="h" fact="0.5319"/>
              <dgm:constr type="l" for="ch" forName="Child7" refType="w" fact="0.5573"/>
              <dgm:constr type="t" for="ch" forName="Child7" refType="h" fact="0.6876"/>
              <dgm:constr type="w" for="ch" forName="Child7" refType="w" fact="0.081"/>
              <dgm:constr type="h" for="ch" forName="Child7" refType="h" fact="0.3124"/>
              <dgm:constr type="l" for="ch" forName="Accent6" refType="w" fact="0.4467"/>
              <dgm:constr type="t" for="ch" forName="Accent6" refType="h" fact="-0.0109"/>
              <dgm:constr type="w" for="ch" forName="Accent6" refType="w" fact="0.1228"/>
              <dgm:constr type="h" for="ch" forName="Accent6" refType="h" fact="0.806"/>
              <dgm:constr type="l" for="ch" forName="ParentBackground6" refType="w" fact="0.4677"/>
              <dgm:constr type="t" for="ch" forName="ParentBackground6" refType="h" fact="0.1262"/>
              <dgm:constr type="w" for="ch" forName="ParentBackground6" refType="w" fact="0.081"/>
              <dgm:constr type="h" for="ch" forName="ParentBackground6" refType="h" fact="0.5319"/>
              <dgm:constr type="l" for="ch" forName="Child6" refType="w" fact="0.4677"/>
              <dgm:constr type="t" for="ch" forName="Child6" refType="h" fact="0.6876"/>
              <dgm:constr type="w" for="ch" forName="Child6" refType="w" fact="0.081"/>
              <dgm:constr type="h" for="ch" forName="Child6" refType="h" fact="0.3124"/>
              <dgm:constr type="l" for="ch" forName="Accent5" refType="w" fact="0.3571"/>
              <dgm:constr type="t" for="ch" forName="Accent5" refType="h" fact="-0.0109"/>
              <dgm:constr type="w" for="ch" forName="Accent5" refType="w" fact="0.1228"/>
              <dgm:constr type="h" for="ch" forName="Accent5" refType="h" fact="0.806"/>
              <dgm:constr type="l" for="ch" forName="ParentBackground5" refType="w" fact="0.378"/>
              <dgm:constr type="t" for="ch" forName="ParentBackground5" refType="h" fact="0.1262"/>
              <dgm:constr type="w" for="ch" forName="ParentBackground5" refType="w" fact="0.081"/>
              <dgm:constr type="h" for="ch" forName="ParentBackground5" refType="h" fact="0.5319"/>
              <dgm:constr type="l" for="ch" forName="Child5" refType="w" fact="0.378"/>
              <dgm:constr type="t" for="ch" forName="Child5" refType="h" fact="0.6876"/>
              <dgm:constr type="w" for="ch" forName="Child5" refType="w" fact="0.081"/>
              <dgm:constr type="h" for="ch" forName="Child5" refType="h" fact="0.3124"/>
              <dgm:constr type="l" for="ch" forName="Accent4" refType="w" fact="0.2674"/>
              <dgm:constr type="t" for="ch" forName="Accent4" refType="h" fact="-0.0109"/>
              <dgm:constr type="w" for="ch" forName="Accent4" refType="w" fact="0.1228"/>
              <dgm:constr type="h" for="ch" forName="Accent4" refType="h" fact="0.806"/>
              <dgm:constr type="l" for="ch" forName="ParentBackground4" refType="w" fact="0.2883"/>
              <dgm:constr type="t" for="ch" forName="ParentBackground4" refType="h" fact="0.1262"/>
              <dgm:constr type="w" for="ch" forName="ParentBackground4" refType="w" fact="0.081"/>
              <dgm:constr type="h" for="ch" forName="ParentBackground4" refType="h" fact="0.5319"/>
              <dgm:constr type="l" for="ch" forName="Child4" refType="w" fact="0.2883"/>
              <dgm:constr type="t" for="ch" forName="Child4" refType="h" fact="0.6876"/>
              <dgm:constr type="w" for="ch" forName="Child4" refType="w" fact="0.081"/>
              <dgm:constr type="h" for="ch" forName="Child4" refType="h" fact="0.3124"/>
              <dgm:constr type="l" for="ch" forName="Accent3" refType="w" fact="0.1777"/>
              <dgm:constr type="t" for="ch" forName="Accent3" refType="h" fact="-0.0109"/>
              <dgm:constr type="w" for="ch" forName="Accent3" refType="w" fact="0.1228"/>
              <dgm:constr type="h" for="ch" forName="Accent3" refType="h" fact="0.806"/>
              <dgm:constr type="l" for="ch" forName="ParentBackground3" refType="w" fact="0.1986"/>
              <dgm:constr type="t" for="ch" forName="ParentBackground3" refType="h" fact="0.1262"/>
              <dgm:constr type="w" for="ch" forName="ParentBackground3" refType="w" fact="0.081"/>
              <dgm:constr type="h" for="ch" forName="ParentBackground3" refType="h" fact="0.5319"/>
              <dgm:constr type="l" for="ch" forName="Child3" refType="w" fact="0.1986"/>
              <dgm:constr type="t" for="ch" forName="Child3" refType="h" fact="0.6876"/>
              <dgm:constr type="w" for="ch" forName="Child3" refType="w" fact="0.081"/>
              <dgm:constr type="h" for="ch" forName="Child3" refType="h" fact="0.3124"/>
              <dgm:constr type="l" for="ch" forName="Accent2" refType="w" fact="0.088"/>
              <dgm:constr type="t" for="ch" forName="Accent2" refType="h" fact="-0.0109"/>
              <dgm:constr type="w" for="ch" forName="Accent2" refType="w" fact="0.1228"/>
              <dgm:constr type="h" for="ch" forName="Accent2" refType="h" fact="0.806"/>
              <dgm:constr type="l" for="ch" forName="ParentBackground2" refType="w" fact="0.1089"/>
              <dgm:constr type="t" for="ch" forName="ParentBackground2" refType="h" fact="0.1262"/>
              <dgm:constr type="w" for="ch" forName="ParentBackground2" refType="w" fact="0.081"/>
              <dgm:constr type="h" for="ch" forName="ParentBackground2" refType="h" fact="0.5319"/>
              <dgm:constr type="l" for="ch" forName="Child2" refType="w" fact="0.1089"/>
              <dgm:constr type="t" for="ch" forName="Child2" refType="h" fact="0.6876"/>
              <dgm:constr type="w" for="ch" forName="Child2" refType="w" fact="0.081"/>
              <dgm:constr type="h" for="ch" forName="Child2" refType="h" fact="0.3124"/>
              <dgm:constr type="l" for="ch" forName="Accent1" refType="w" fact="-0.0017"/>
              <dgm:constr type="t" for="ch" forName="Accent1" refType="h" fact="-0.0109"/>
              <dgm:constr type="w" for="ch" forName="Accent1" refType="w" fact="0.1228"/>
              <dgm:constr type="h" for="ch" forName="Accent1" refType="h" fact="0.806"/>
              <dgm:constr type="l" for="ch" forName="ParentBackground1" refType="w" fact="0.0192"/>
              <dgm:constr type="t" for="ch" forName="ParentBackground1" refType="h" fact="0.1262"/>
              <dgm:constr type="w" for="ch" forName="ParentBackground1" refType="w" fact="0.081"/>
              <dgm:constr type="h" for="ch" forName="ParentBackground1" refType="h" fact="0.5319"/>
              <dgm:constr type="l" for="ch" forName="Child1" refType="w" fact="0.0192"/>
              <dgm:constr type="t" for="ch" forName="Child1" refType="h" fact="0.6876"/>
              <dgm:constr type="w" for="ch" forName="Child1" refType="w" fact="0.081"/>
              <dgm:constr type="h" for="ch" forName="Child1" refType="h" fact="0.3124"/>
            </dgm:constrLst>
          </dgm:else>
        </dgm:choose>
      </dgm:if>
      <dgm:else name="Name15">
        <dgm:choose name="Name16">
          <dgm:if name="Name17" axis="ch" ptType="node" func="cnt" op="equ" val="1">
            <dgm:alg type="composite">
              <dgm:param type="ar" val="0.6383"/>
            </dgm:alg>
            <dgm:constrLst>
              <dgm:constr type="primFontSz" for="des" forName="Child1" val="65"/>
              <dgm:constr type="primFontSz" for="des" forName="Parent1" val="65"/>
              <dgm:constr type="primFontSz" for="des" forName="Child1" refType="primFontSz" refFor="des" refForName="Parent1" op="lte"/>
              <dgm:constr type="l" for="ch" forName="Parent1" refType="w" fact="0.1667"/>
              <dgm:constr type="t" for="ch" forName="Parent1" refType="h" fact="0.1064"/>
              <dgm:constr type="w" for="ch" forName="Parent1" refType="w" fact="0.6667"/>
              <dgm:constr type="h" for="ch" forName="Parent1" refType="h" fact="0.4255"/>
              <dgm:constr type="l" for="ch" forName="Accent1" refType="w" fact="0"/>
              <dgm:constr type="t" for="ch" forName="Accent1" refType="h" fact="0"/>
              <dgm:constr type="w" for="ch" forName="Accent1" refType="w"/>
              <dgm:constr type="h" for="ch" forName="Accent1" refType="h" fact="0.6383"/>
              <dgm:constr type="l" for="ch" forName="ParentBackground1" refType="w" fact="0.0333"/>
              <dgm:constr type="t" for="ch" forName="ParentBackground1" refType="h" fact="0.0213"/>
              <dgm:constr type="w" for="ch" forName="ParentBackground1" refType="w" fact="0.9333"/>
              <dgm:constr type="h" for="ch" forName="ParentBackground1" refType="h" fact="0.5957"/>
              <dgm:constr type="l" for="ch" forName="Child1" refType="w" fact="0.0333"/>
              <dgm:constr type="t" for="ch" forName="Child1" refType="h" fact="0.6574"/>
              <dgm:constr type="w" for="ch" forName="Child1" refType="w" fact="0.9333"/>
              <dgm:constr type="h" for="ch" forName="Child1" refType="h" fact="0.3426"/>
            </dgm:constrLst>
          </dgm:if>
          <dgm:if name="Name18" axis="ch" ptType="node" func="cnt" op="equ" val="2">
            <dgm:alg type="composite">
              <dgm:param type="ar" val="1.2659"/>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Parent2" refType="primFontSz" refFor="des" refForName="Parent1" op="equ"/>
              <dgm:constr type="primFontSz" for="des" forName="Child2" refType="primFontSz" refFor="des" refForName="Child1" op="equ"/>
              <dgm:constr type="r" for="ch" forName="Parent2" refType="w" fact="0.3751"/>
              <dgm:constr type="t" for="ch" forName="Parent2" refType="h" fact="0.2022"/>
              <dgm:constr type="w" for="ch" forName="Parent2" refType="w" fact="0.3001"/>
              <dgm:constr type="h" for="ch" forName="Parent2" refType="h" fact="0.3799"/>
              <dgm:constr type="r" for="ch" forName="Parent1" refType="w" fact="0.8403"/>
              <dgm:constr type="t" for="ch" forName="Parent1" refType="h" fact="0.2022"/>
              <dgm:constr type="w" for="ch" forName="Parent1" refType="w" fact="0.3001"/>
              <dgm:constr type="h" for="ch" forName="Parent1" refType="h" fact="0.3799"/>
              <dgm:constr type="r" for="ch" forName="Accent2" refType="w" fact="0.4502"/>
              <dgm:constr type="t" for="ch" forName="Accent2" refType="h" fact="0.1072"/>
              <dgm:constr type="w" for="ch" forName="Accent2" refType="w" fact="0.4502"/>
              <dgm:constr type="h" for="ch" forName="Accent2" refType="h" fact="0.5699"/>
              <dgm:constr type="r" for="ch" forName="ParentBackground2" refType="w" fact="0.4352"/>
              <dgm:constr type="t" for="ch" forName="ParentBackground2" refType="h" fact="0.1262"/>
              <dgm:constr type="w" for="ch" forName="ParentBackground2" refType="w" fact="0.4201"/>
              <dgm:constr type="h" for="ch" forName="ParentBackground2" refType="h" fact="0.5319"/>
              <dgm:constr type="r" for="ch" forName="Child2" refType="w" fact="0.4352"/>
              <dgm:constr type="t" for="ch" forName="Child2" refType="h" fact="0.6876"/>
              <dgm:constr type="w" for="ch" forName="Child2" refType="w" fact="0.4201"/>
              <dgm:constr type="h" for="ch" forName="Child2" refType="h" fact="0.3124"/>
              <dgm:constr type="r" for="ch" forName="Accent1" refType="w" fact="1.0086"/>
              <dgm:constr type="t" for="ch" forName="Accent1" refType="h" fact="-0.0109"/>
              <dgm:constr type="w" for="ch" forName="Accent1" refType="w" fact="0.6367"/>
              <dgm:constr type="h" for="ch" forName="Accent1" refType="h" fact="0.806"/>
              <dgm:constr type="r" for="ch" forName="ParentBackground1" refType="w" fact="0.9003"/>
              <dgm:constr type="t" for="ch" forName="ParentBackground1" refType="h" fact="0.1262"/>
              <dgm:constr type="w" for="ch" forName="ParentBackground1" refType="w" fact="0.4201"/>
              <dgm:constr type="h" for="ch" forName="ParentBackground1" refType="h" fact="0.5319"/>
              <dgm:constr type="r" for="ch" forName="Child1" refType="w" fact="0.9003"/>
              <dgm:constr type="t" for="ch" forName="Child1" refType="h" fact="0.6876"/>
              <dgm:constr type="w" for="ch" forName="Child1" refType="w" fact="0.4201"/>
              <dgm:constr type="h" for="ch" forName="Child1" refType="h" fact="0.3124"/>
            </dgm:constrLst>
          </dgm:if>
          <dgm:if name="Name19" axis="ch" ptType="node" func="cnt" op="equ" val="3">
            <dgm:alg type="composite">
              <dgm:param type="ar" val="1.8548"/>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Parent2" refType="primFontSz" refFor="des" refForName="Parent1" op="equ"/>
              <dgm:constr type="primFontSz" for="des" forName="Parent3" refType="primFontSz" refFor="des" refForName="Parent1" op="equ"/>
              <dgm:constr type="primFontSz" for="des" forName="Child2" refType="primFontSz" refFor="des" refForName="Child1" op="equ"/>
              <dgm:constr type="primFontSz" for="des" forName="Child3" refType="primFontSz" refFor="des" refForName="Child1" op="equ"/>
              <dgm:constr type="r" for="ch" forName="Parent3" refType="w" fact="0.256"/>
              <dgm:constr type="t" for="ch" forName="Parent3" refType="h" fact="0.2022"/>
              <dgm:constr type="w" for="ch" forName="Parent3" refType="w" fact="0.2048"/>
              <dgm:constr type="h" for="ch" forName="Parent3" refType="h" fact="0.3799"/>
              <dgm:constr type="r" for="ch" forName="Parent2" refType="w" fact="0.5735"/>
              <dgm:constr type="t" for="ch" forName="Parent2" refType="h" fact="0.2022"/>
              <dgm:constr type="w" for="ch" forName="Parent2" refType="w" fact="0.2048"/>
              <dgm:constr type="h" for="ch" forName="Parent2" refType="h" fact="0.3799"/>
              <dgm:constr type="r" for="ch" forName="Parent1" refType="w" fact="0.891"/>
              <dgm:constr type="t" for="ch" forName="Parent1" refType="h" fact="0.2022"/>
              <dgm:constr type="w" for="ch" forName="Parent1" refType="w" fact="0.2048"/>
              <dgm:constr type="h" for="ch" forName="Parent1" refType="h" fact="0.3799"/>
              <dgm:constr type="r" for="ch" forName="Accent3" refType="w" fact="0.3072"/>
              <dgm:constr type="t" for="ch" forName="Accent3" refType="h" fact="0.1072"/>
              <dgm:constr type="w" for="ch" forName="Accent3" refType="w" fact="0.3072"/>
              <dgm:constr type="h" for="ch" forName="Accent3" refType="h" fact="0.5699"/>
              <dgm:constr type="r" for="ch" forName="ParentBackground3" refType="w" fact="0.297"/>
              <dgm:constr type="t" for="ch" forName="ParentBackground3" refType="h" fact="0.1262"/>
              <dgm:constr type="w" for="ch" forName="ParentBackground3" refType="w" fact="0.2868"/>
              <dgm:constr type="h" for="ch" forName="ParentBackground3" refType="h" fact="0.5319"/>
              <dgm:constr type="r" for="ch" forName="Child3" refType="w" fact="0.297"/>
              <dgm:constr type="t" for="ch" forName="Child3" refType="h" fact="0.6876"/>
              <dgm:constr type="w" for="ch" forName="Child3" refType="w" fact="0.2868"/>
              <dgm:constr type="h" for="ch" forName="Child3" refType="h" fact="0.3124"/>
              <dgm:constr type="r" for="ch" forName="Accent2" refType="w" fact="0.6878"/>
              <dgm:constr type="t" for="ch" forName="Accent2" refType="h" fact="-0.0109"/>
              <dgm:constr type="w" for="ch" forName="Accent2" refType="w" fact="0.4334"/>
              <dgm:constr type="h" for="ch" forName="Accent2" refType="h" fact="0.806"/>
              <dgm:constr type="r" for="ch" forName="ParentBackground2" refType="w" fact="0.6145"/>
              <dgm:constr type="t" for="ch" forName="ParentBackground2" refType="h" fact="0.1262"/>
              <dgm:constr type="w" for="ch" forName="ParentBackground2" refType="w" fact="0.2868"/>
              <dgm:constr type="h" for="ch" forName="ParentBackground2" refType="h" fact="0.5319"/>
              <dgm:constr type="r" for="ch" forName="Child2" refType="w" fact="0.6145"/>
              <dgm:constr type="t" for="ch" forName="Child2" refType="h" fact="0.6876"/>
              <dgm:constr type="w" for="ch" forName="Child2" refType="w" fact="0.2868"/>
              <dgm:constr type="h" for="ch" forName="Child2" refType="h" fact="0.3124"/>
              <dgm:constr type="r" for="ch" forName="Accent1" refType="w" fact="1.0053"/>
              <dgm:constr type="t" for="ch" forName="Accent1" refType="h" fact="-0.0109"/>
              <dgm:constr type="w" for="ch" forName="Accent1" refType="w" fact="0.4334"/>
              <dgm:constr type="h" for="ch" forName="Accent1" refType="h" fact="0.806"/>
              <dgm:constr type="r" for="ch" forName="ParentBackground1" refType="w" fact="0.932"/>
              <dgm:constr type="t" for="ch" forName="ParentBackground1" refType="h" fact="0.1262"/>
              <dgm:constr type="w" for="ch" forName="ParentBackground1" refType="w" fact="0.2868"/>
              <dgm:constr type="h" for="ch" forName="ParentBackground1" refType="h" fact="0.5319"/>
              <dgm:constr type="r" for="ch" forName="Child1" refType="w" fact="0.932"/>
              <dgm:constr type="t" for="ch" forName="Child1" refType="h" fact="0.6876"/>
              <dgm:constr type="w" for="ch" forName="Child1" refType="w" fact="0.2868"/>
              <dgm:constr type="h" for="ch" forName="Child1" refType="h" fact="0.3124"/>
            </dgm:constrLst>
          </dgm:if>
          <dgm:if name="Name20" axis="ch" ptType="node" func="cnt" op="equ" val="4">
            <dgm:alg type="composite">
              <dgm:param type="ar" val="2.4437"/>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4"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4"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Child4" refType="primFontSz" refFor="des" refForName="Parent3" op="lte"/>
              <dgm:constr type="primFontSz" for="des" forName="Child1" refType="primFontSz" refFor="des" refForName="Parent4" op="lte"/>
              <dgm:constr type="primFontSz" for="des" forName="Child2" refType="primFontSz" refFor="des" refForName="Parent4" op="lte"/>
              <dgm:constr type="primFontSz" for="des" forName="Child3" refType="primFontSz" refFor="des" refForName="Parent4" op="lte"/>
              <dgm:constr type="primFontSz" for="des" forName="Child4" refType="primFontSz" refFor="des" refForName="Parent4" op="lte"/>
              <dgm:constr type="primFontSz" for="des" forName="Parent2" refType="primFontSz" refFor="des" refForName="Parent1" op="equ"/>
              <dgm:constr type="primFontSz" for="des" forName="Parent3" refType="primFontSz" refFor="des" refForName="Parent1" op="equ"/>
              <dgm:constr type="primFontSz" for="des" forName="Parent4" refType="primFontSz" refFor="des" refForName="Parent1" op="equ"/>
              <dgm:constr type="primFontSz" for="des" forName="Child2" refType="primFontSz" refFor="des" refForName="Child1" op="equ"/>
              <dgm:constr type="primFontSz" for="des" forName="Child3" refType="primFontSz" refFor="des" refForName="Child1" op="equ"/>
              <dgm:constr type="primFontSz" for="des" forName="Child4" refType="primFontSz" refFor="des" refForName="Child1" op="equ"/>
              <dgm:constr type="r" for="ch" forName="Parent4" refType="w" fact="0.1943"/>
              <dgm:constr type="t" for="ch" forName="Parent4" refType="h" fact="0.2022"/>
              <dgm:constr type="w" for="ch" forName="Parent4" refType="w" fact="0.1555"/>
              <dgm:constr type="h" for="ch" forName="Parent4" refType="h" fact="0.3799"/>
              <dgm:constr type="r" for="ch" forName="Parent3" refType="w" fact="0.4353"/>
              <dgm:constr type="t" for="ch" forName="Parent3" refType="h" fact="0.2022"/>
              <dgm:constr type="w" for="ch" forName="Parent3" refType="w" fact="0.1555"/>
              <dgm:constr type="h" for="ch" forName="Parent3" refType="h" fact="0.3799"/>
              <dgm:constr type="r" for="ch" forName="Parent2" refType="w" fact="0.6763"/>
              <dgm:constr type="t" for="ch" forName="Parent2" refType="h" fact="0.2022"/>
              <dgm:constr type="w" for="ch" forName="Parent2" refType="w" fact="0.1555"/>
              <dgm:constr type="h" for="ch" forName="Parent2" refType="h" fact="0.3799"/>
              <dgm:constr type="r" for="ch" forName="Parent1" refType="w" fact="0.9173"/>
              <dgm:constr type="t" for="ch" forName="Parent1" refType="h" fact="0.2022"/>
              <dgm:constr type="w" for="ch" forName="Parent1" refType="w" fact="0.1555"/>
              <dgm:constr type="h" for="ch" forName="Parent1" refType="h" fact="0.3799"/>
              <dgm:constr type="r" for="ch" forName="Accent4" refType="w" fact="0.2332"/>
              <dgm:constr type="t" for="ch" forName="Accent4" refType="h" fact="0.1072"/>
              <dgm:constr type="w" for="ch" forName="Accent4" refType="w" fact="0.2332"/>
              <dgm:constr type="h" for="ch" forName="Accent4" refType="h" fact="0.5699"/>
              <dgm:constr type="r" for="ch" forName="ParentBackground4" refType="w" fact="0.2254"/>
              <dgm:constr type="t" for="ch" forName="ParentBackground4" refType="h" fact="0.1262"/>
              <dgm:constr type="w" for="ch" forName="ParentBackground4" refType="w" fact="0.2177"/>
              <dgm:constr type="h" for="ch" forName="ParentBackground4" refType="h" fact="0.5319"/>
              <dgm:constr type="r" for="ch" forName="Child4" refType="w" fact="0.2254"/>
              <dgm:constr type="t" for="ch" forName="Child4" refType="h" fact="0.6876"/>
              <dgm:constr type="w" for="ch" forName="Child4" refType="w" fact="0.2177"/>
              <dgm:constr type="h" for="ch" forName="Child4" refType="h" fact="0.3124"/>
              <dgm:constr type="r" for="ch" forName="Accent3" refType="w" fact="0.5235"/>
              <dgm:constr type="t" for="ch" forName="Accent3" refType="h" fact="-0.0109"/>
              <dgm:constr type="w" for="ch" forName="Accent3" refType="w" fact="0.3298"/>
              <dgm:constr type="h" for="ch" forName="Accent3" refType="h" fact="0.806"/>
              <dgm:constr type="r" for="ch" forName="ParentBackground3" refType="w" fact="0.4664"/>
              <dgm:constr type="t" for="ch" forName="ParentBackground3" refType="h" fact="0.1262"/>
              <dgm:constr type="w" for="ch" forName="ParentBackground3" refType="w" fact="0.2177"/>
              <dgm:constr type="h" for="ch" forName="ParentBackground3" refType="h" fact="0.5319"/>
              <dgm:constr type="r" for="ch" forName="Child3" refType="w" fact="0.4664"/>
              <dgm:constr type="t" for="ch" forName="Child3" refType="h" fact="0.6876"/>
              <dgm:constr type="w" for="ch" forName="Child3" refType="w" fact="0.2177"/>
              <dgm:constr type="h" for="ch" forName="Child3" refType="h" fact="0.3124"/>
              <dgm:constr type="r" for="ch" forName="Accent2" refType="w" fact="0.7635"/>
              <dgm:constr type="t" for="ch" forName="Accent2" refType="h" fact="-0.0109"/>
              <dgm:constr type="w" for="ch" forName="Accent2" refType="w" fact="0.3298"/>
              <dgm:constr type="h" for="ch" forName="Accent2" refType="h" fact="0.806"/>
              <dgm:constr type="r" for="ch" forName="ParentBackground2" refType="w" fact="0.7074"/>
              <dgm:constr type="t" for="ch" forName="ParentBackground2" refType="h" fact="0.1262"/>
              <dgm:constr type="w" for="ch" forName="ParentBackground2" refType="w" fact="0.2177"/>
              <dgm:constr type="h" for="ch" forName="ParentBackground2" refType="h" fact="0.5319"/>
              <dgm:constr type="r" for="ch" forName="Child2" refType="w" fact="0.7074"/>
              <dgm:constr type="t" for="ch" forName="Child2" refType="h" fact="0.6876"/>
              <dgm:constr type="w" for="ch" forName="Child2" refType="w" fact="0.2177"/>
              <dgm:constr type="h" for="ch" forName="Child2" refType="h" fact="0.3124"/>
              <dgm:constr type="r" for="ch" forName="Accent1" refType="w" fact="1.0045"/>
              <dgm:constr type="t" for="ch" forName="Accent1" refType="h" fact="-0.0109"/>
              <dgm:constr type="w" for="ch" forName="Accent1" refType="w" fact="0.3298"/>
              <dgm:constr type="h" for="ch" forName="Accent1" refType="h" fact="0.806"/>
              <dgm:constr type="r" for="ch" forName="ParentBackground1" refType="w" fact="0.9484"/>
              <dgm:constr type="t" for="ch" forName="ParentBackground1" refType="h" fact="0.1262"/>
              <dgm:constr type="w" for="ch" forName="ParentBackground1" refType="w" fact="0.2177"/>
              <dgm:constr type="h" for="ch" forName="ParentBackground1" refType="h" fact="0.5319"/>
              <dgm:constr type="r" for="ch" forName="Child1" refType="w" fact="0.9484"/>
              <dgm:constr type="t" for="ch" forName="Child1" refType="h" fact="0.6876"/>
              <dgm:constr type="w" for="ch" forName="Child1" refType="w" fact="0.2177"/>
              <dgm:constr type="h" for="ch" forName="Child1" refType="h" fact="0.3124"/>
            </dgm:constrLst>
          </dgm:if>
          <dgm:if name="Name21" axis="ch" ptType="node" func="cnt" op="equ" val="5">
            <dgm:alg type="composite">
              <dgm:param type="ar" val="3.0325"/>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4" refType="primFontSz" refFor="des" refForName="Parent1" op="lte"/>
              <dgm:constr type="primFontSz" for="des" forName="Child5"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4" refType="primFontSz" refFor="des" refForName="Parent2" op="lte"/>
              <dgm:constr type="primFontSz" for="des" forName="Child5"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Child4" refType="primFontSz" refFor="des" refForName="Parent3" op="lte"/>
              <dgm:constr type="primFontSz" for="des" forName="Child5" refType="primFontSz" refFor="des" refForName="Parent3" op="lte"/>
              <dgm:constr type="primFontSz" for="des" forName="Child1" refType="primFontSz" refFor="des" refForName="Parent4" op="lte"/>
              <dgm:constr type="primFontSz" for="des" forName="Child2" refType="primFontSz" refFor="des" refForName="Parent4" op="lte"/>
              <dgm:constr type="primFontSz" for="des" forName="Child3" refType="primFontSz" refFor="des" refForName="Parent4" op="lte"/>
              <dgm:constr type="primFontSz" for="des" forName="Child4" refType="primFontSz" refFor="des" refForName="Parent4" op="lte"/>
              <dgm:constr type="primFontSz" for="des" forName="Child5" refType="primFontSz" refFor="des" refForName="Parent4" op="lte"/>
              <dgm:constr type="primFontSz" for="des" forName="Child1" refType="primFontSz" refFor="des" refForName="Parent5" op="lte"/>
              <dgm:constr type="primFontSz" for="des" forName="Child2" refType="primFontSz" refFor="des" refForName="Parent5" op="lte"/>
              <dgm:constr type="primFontSz" for="des" forName="Child3" refType="primFontSz" refFor="des" refForName="Parent5" op="lte"/>
              <dgm:constr type="primFontSz" for="des" forName="Child4" refType="primFontSz" refFor="des" refForName="Parent5" op="lte"/>
              <dgm:constr type="primFontSz" for="des" forName="Child5" refType="primFontSz" refFor="des" refForName="Parent5" op="lte"/>
              <dgm:constr type="primFontSz" for="des" forName="Parent2" refType="primFontSz" refFor="des" refForName="Parent1" op="equ"/>
              <dgm:constr type="primFontSz" for="des" forName="Parent3" refType="primFontSz" refFor="des" refForName="Parent1" op="equ"/>
              <dgm:constr type="primFontSz" for="des" forName="Parent4" refType="primFontSz" refFor="des" refForName="Parent1" op="equ"/>
              <dgm:constr type="primFontSz" for="des" forName="Parent5" refType="primFontSz" refFor="des" refForName="Parent1" op="equ"/>
              <dgm:constr type="primFontSz" for="des" forName="Child2" refType="primFontSz" refFor="des" refForName="Child1" op="equ"/>
              <dgm:constr type="primFontSz" for="des" forName="Child3" refType="primFontSz" refFor="des" refForName="Child1" op="equ"/>
              <dgm:constr type="primFontSz" for="des" forName="Child4" refType="primFontSz" refFor="des" refForName="Child1" op="equ"/>
              <dgm:constr type="primFontSz" for="des" forName="Child5" refType="primFontSz" refFor="des" refForName="Child1" op="equ"/>
              <dgm:constr type="r" for="ch" forName="Parent5" refType="w" fact="0.1566"/>
              <dgm:constr type="t" for="ch" forName="Parent5" refType="h" fact="0.2022"/>
              <dgm:constr type="w" for="ch" forName="Parent5" refType="w" fact="0.1253"/>
              <dgm:constr type="h" for="ch" forName="Parent5" refType="h" fact="0.3799"/>
              <dgm:constr type="r" for="ch" forName="Parent4" refType="w" fact="0.3508"/>
              <dgm:constr type="t" for="ch" forName="Parent4" refType="h" fact="0.2022"/>
              <dgm:constr type="w" for="ch" forName="Parent4" refType="w" fact="0.1253"/>
              <dgm:constr type="h" for="ch" forName="Parent4" refType="h" fact="0.3799"/>
              <dgm:constr type="r" for="ch" forName="Parent3" refType="w" fact="0.545"/>
              <dgm:constr type="t" for="ch" forName="Parent3" refType="h" fact="0.2022"/>
              <dgm:constr type="w" for="ch" forName="Parent3" refType="w" fact="0.1253"/>
              <dgm:constr type="h" for="ch" forName="Parent3" refType="h" fact="0.3799"/>
              <dgm:constr type="r" for="ch" forName="Parent2" refType="w" fact="0.7391"/>
              <dgm:constr type="t" for="ch" forName="Parent2" refType="h" fact="0.2022"/>
              <dgm:constr type="w" for="ch" forName="Parent2" refType="w" fact="0.1253"/>
              <dgm:constr type="h" for="ch" forName="Parent2" refType="h" fact="0.3799"/>
              <dgm:constr type="r" for="ch" forName="Parent1" refType="w" fact="0.9333"/>
              <dgm:constr type="t" for="ch" forName="Parent1" refType="h" fact="0.2022"/>
              <dgm:constr type="w" for="ch" forName="Parent1" refType="w" fact="0.1253"/>
              <dgm:constr type="h" for="ch" forName="Parent1" refType="h" fact="0.3799"/>
              <dgm:constr type="r" for="ch" forName="Accent5" refType="w" fact="0.1879"/>
              <dgm:constr type="t" for="ch" forName="Accent5" refType="h" fact="0.1072"/>
              <dgm:constr type="w" for="ch" forName="Accent5" refType="w" fact="0.1879"/>
              <dgm:constr type="h" for="ch" forName="Accent5" refType="h" fact="0.5699"/>
              <dgm:constr type="r" for="ch" forName="ParentBackground5" refType="w" fact="0.1817"/>
              <dgm:constr type="t" for="ch" forName="ParentBackground5" refType="h" fact="0.1262"/>
              <dgm:constr type="w" for="ch" forName="ParentBackground5" refType="w" fact="0.1754"/>
              <dgm:constr type="h" for="ch" forName="ParentBackground5" refType="h" fact="0.5319"/>
              <dgm:constr type="r" for="ch" forName="Child5" refType="w" fact="0.1817"/>
              <dgm:constr type="t" for="ch" forName="Child5" refType="h" fact="0.6876"/>
              <dgm:constr type="w" for="ch" forName="Child5" refType="w" fact="0.1754"/>
              <dgm:constr type="h" for="ch" forName="Child5" refType="h" fact="0.3124"/>
              <dgm:constr type="r" for="ch" forName="Accent4" refType="w" fact="0.4211"/>
              <dgm:constr type="t" for="ch" forName="Accent4" refType="h" fact="-0.0109"/>
              <dgm:constr type="w" for="ch" forName="Accent4" refType="w" fact="0.2657"/>
              <dgm:constr type="h" for="ch" forName="Accent4" refType="h" fact="0.806"/>
              <dgm:constr type="r" for="ch" forName="ParentBackground4" refType="w" fact="0.3758"/>
              <dgm:constr type="t" for="ch" forName="ParentBackground4" refType="h" fact="0.1262"/>
              <dgm:constr type="w" for="ch" forName="ParentBackground4" refType="w" fact="0.1754"/>
              <dgm:constr type="h" for="ch" forName="ParentBackground4" refType="h" fact="0.5319"/>
              <dgm:constr type="r" for="ch" forName="Child4" refType="w" fact="0.3758"/>
              <dgm:constr type="t" for="ch" forName="Child4" refType="h" fact="0.6876"/>
              <dgm:constr type="w" for="ch" forName="Child4" refType="w" fact="0.1754"/>
              <dgm:constr type="h" for="ch" forName="Child4" refType="h" fact="0.3124"/>
              <dgm:constr type="r" for="ch" forName="Accent3" refType="w" fact="0.6152"/>
              <dgm:constr type="t" for="ch" forName="Accent3" refType="h" fact="-0.0109"/>
              <dgm:constr type="w" for="ch" forName="Accent3" refType="w" fact="0.2657"/>
              <dgm:constr type="h" for="ch" forName="Accent3" refType="h" fact="0.806"/>
              <dgm:constr type="r" for="ch" forName="ParentBackground3" refType="w" fact="0.57"/>
              <dgm:constr type="t" for="ch" forName="ParentBackground3" refType="h" fact="0.1262"/>
              <dgm:constr type="w" for="ch" forName="ParentBackground3" refType="w" fact="0.1754"/>
              <dgm:constr type="h" for="ch" forName="ParentBackground3" refType="h" fact="0.5319"/>
              <dgm:constr type="r" for="ch" forName="Child3" refType="w" fact="0.57"/>
              <dgm:constr type="t" for="ch" forName="Child3" refType="h" fact="0.6876"/>
              <dgm:constr type="w" for="ch" forName="Child3" refType="w" fact="0.1754"/>
              <dgm:constr type="h" for="ch" forName="Child3" refType="h" fact="0.3124"/>
              <dgm:constr type="r" for="ch" forName="Accent2" refType="w" fact="0.8094"/>
              <dgm:constr type="t" for="ch" forName="Accent2" refType="h" fact="-0.0109"/>
              <dgm:constr type="w" for="ch" forName="Accent2" refType="w" fact="0.2657"/>
              <dgm:constr type="h" for="ch" forName="Accent2" refType="h" fact="0.806"/>
              <dgm:constr type="r" for="ch" forName="ParentBackground2" refType="w" fact="0.7642"/>
              <dgm:constr type="t" for="ch" forName="ParentBackground2" refType="h" fact="0.1262"/>
              <dgm:constr type="w" for="ch" forName="ParentBackground2" refType="w" fact="0.1754"/>
              <dgm:constr type="h" for="ch" forName="ParentBackground2" refType="h" fact="0.5319"/>
              <dgm:constr type="r" for="ch" forName="Child2" refType="w" fact="0.7642"/>
              <dgm:constr type="t" for="ch" forName="Child2" refType="h" fact="0.6876"/>
              <dgm:constr type="w" for="ch" forName="Child2" refType="w" fact="0.1754"/>
              <dgm:constr type="h" for="ch" forName="Child2" refType="h" fact="0.3124"/>
              <dgm:constr type="r" for="ch" forName="Accent1" refType="w" fact="1.0036"/>
              <dgm:constr type="t" for="ch" forName="Accent1" refType="h" fact="-0.0109"/>
              <dgm:constr type="w" for="ch" forName="Accent1" refType="w" fact="0.2657"/>
              <dgm:constr type="h" for="ch" forName="Accent1" refType="h" fact="0.806"/>
              <dgm:constr type="r" for="ch" forName="ParentBackground1" refType="w" fact="0.9584"/>
              <dgm:constr type="t" for="ch" forName="ParentBackground1" refType="h" fact="0.1262"/>
              <dgm:constr type="w" for="ch" forName="ParentBackground1" refType="w" fact="0.1754"/>
              <dgm:constr type="h" for="ch" forName="ParentBackground1" refType="h" fact="0.5319"/>
              <dgm:constr type="r" for="ch" forName="Child1" refType="w" fact="0.9584"/>
              <dgm:constr type="t" for="ch" forName="Child1" refType="h" fact="0.6876"/>
              <dgm:constr type="w" for="ch" forName="Child1" refType="w" fact="0.1754"/>
              <dgm:constr type="h" for="ch" forName="Child1" refType="h" fact="0.3124"/>
            </dgm:constrLst>
          </dgm:if>
          <dgm:if name="Name22" axis="ch" ptType="node" func="cnt" op="equ" val="6">
            <dgm:alg type="composite">
              <dgm:param type="ar" val="3.6214"/>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4" refType="primFontSz" refFor="des" refForName="Parent1" op="lte"/>
              <dgm:constr type="primFontSz" for="des" forName="Child5" refType="primFontSz" refFor="des" refForName="Parent1" op="lte"/>
              <dgm:constr type="primFontSz" for="des" forName="Child6"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4" refType="primFontSz" refFor="des" refForName="Parent2" op="lte"/>
              <dgm:constr type="primFontSz" for="des" forName="Child5" refType="primFontSz" refFor="des" refForName="Parent2" op="lte"/>
              <dgm:constr type="primFontSz" for="des" forName="Child6"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Child4" refType="primFontSz" refFor="des" refForName="Parent3" op="lte"/>
              <dgm:constr type="primFontSz" for="des" forName="Child5" refType="primFontSz" refFor="des" refForName="Parent3" op="lte"/>
              <dgm:constr type="primFontSz" for="des" forName="Child6" refType="primFontSz" refFor="des" refForName="Parent3" op="lte"/>
              <dgm:constr type="primFontSz" for="des" forName="Child1" refType="primFontSz" refFor="des" refForName="Parent4" op="lte"/>
              <dgm:constr type="primFontSz" for="des" forName="Child2" refType="primFontSz" refFor="des" refForName="Parent4" op="lte"/>
              <dgm:constr type="primFontSz" for="des" forName="Child3" refType="primFontSz" refFor="des" refForName="Parent4" op="lte"/>
              <dgm:constr type="primFontSz" for="des" forName="Child4" refType="primFontSz" refFor="des" refForName="Parent4" op="lte"/>
              <dgm:constr type="primFontSz" for="des" forName="Child5" refType="primFontSz" refFor="des" refForName="Parent4" op="lte"/>
              <dgm:constr type="primFontSz" for="des" forName="Child6" refType="primFontSz" refFor="des" refForName="Parent4" op="lte"/>
              <dgm:constr type="primFontSz" for="des" forName="Child1" refType="primFontSz" refFor="des" refForName="Parent5" op="lte"/>
              <dgm:constr type="primFontSz" for="des" forName="Child2" refType="primFontSz" refFor="des" refForName="Parent5" op="lte"/>
              <dgm:constr type="primFontSz" for="des" forName="Child3" refType="primFontSz" refFor="des" refForName="Parent5" op="lte"/>
              <dgm:constr type="primFontSz" for="des" forName="Child4" refType="primFontSz" refFor="des" refForName="Parent5" op="lte"/>
              <dgm:constr type="primFontSz" for="des" forName="Child5" refType="primFontSz" refFor="des" refForName="Parent5" op="lte"/>
              <dgm:constr type="primFontSz" for="des" forName="Child6" refType="primFontSz" refFor="des" refForName="Parent5" op="lte"/>
              <dgm:constr type="primFontSz" for="des" forName="Child1" refType="primFontSz" refFor="des" refForName="Parent6" op="lte"/>
              <dgm:constr type="primFontSz" for="des" forName="Child2" refType="primFontSz" refFor="des" refForName="Parent6" op="lte"/>
              <dgm:constr type="primFontSz" for="des" forName="Child3" refType="primFontSz" refFor="des" refForName="Parent6" op="lte"/>
              <dgm:constr type="primFontSz" for="des" forName="Child4" refType="primFontSz" refFor="des" refForName="Parent6" op="lte"/>
              <dgm:constr type="primFontSz" for="des" forName="Child5" refType="primFontSz" refFor="des" refForName="Parent6" op="lte"/>
              <dgm:constr type="primFontSz" for="des" forName="Child6" refType="primFontSz" refFor="des" refForName="Parent6" op="lte"/>
              <dgm:constr type="primFontSz" for="des" forName="Parent2" refType="primFontSz" refFor="des" refForName="Parent1" op="equ"/>
              <dgm:constr type="primFontSz" for="des" forName="Parent3" refType="primFontSz" refFor="des" refForName="Parent1" op="equ"/>
              <dgm:constr type="primFontSz" for="des" forName="Parent4" refType="primFontSz" refFor="des" refForName="Parent1" op="equ"/>
              <dgm:constr type="primFontSz" for="des" forName="Parent5" refType="primFontSz" refFor="des" refForName="Parent1" op="equ"/>
              <dgm:constr type="primFontSz" for="des" forName="Parent6" refType="primFontSz" refFor="des" refForName="Parent1" op="equ"/>
              <dgm:constr type="primFontSz" for="des" forName="Child2" refType="primFontSz" refFor="des" refForName="Child1" op="equ"/>
              <dgm:constr type="primFontSz" for="des" forName="Child3" refType="primFontSz" refFor="des" refForName="Child1" op="equ"/>
              <dgm:constr type="primFontSz" for="des" forName="Child4" refType="primFontSz" refFor="des" refForName="Child1" op="equ"/>
              <dgm:constr type="primFontSz" for="des" forName="Child5" refType="primFontSz" refFor="des" refForName="Child1" op="equ"/>
              <dgm:constr type="primFontSz" for="des" forName="Child6" refType="primFontSz" refFor="des" refForName="Child1" op="equ"/>
              <dgm:constr type="r" for="ch" forName="Parent6" refType="w" fact="0.1311"/>
              <dgm:constr type="t" for="ch" forName="Parent6" refType="h" fact="0.2022"/>
              <dgm:constr type="w" for="ch" forName="Parent6" refType="w" fact="0.1049"/>
              <dgm:constr type="h" for="ch" forName="Parent6" refType="h" fact="0.3799"/>
              <dgm:constr type="r" for="ch" forName="Parent5" refType="w" fact="0.2937"/>
              <dgm:constr type="t" for="ch" forName="Parent5" refType="h" fact="0.2022"/>
              <dgm:constr type="w" for="ch" forName="Parent5" refType="w" fact="0.1049"/>
              <dgm:constr type="h" for="ch" forName="Parent5" refType="h" fact="0.3799"/>
              <dgm:constr type="r" for="ch" forName="Parent4" refType="w" fact="0.4563"/>
              <dgm:constr type="t" for="ch" forName="Parent4" refType="h" fact="0.2022"/>
              <dgm:constr type="w" for="ch" forName="Parent4" refType="w" fact="0.1049"/>
              <dgm:constr type="h" for="ch" forName="Parent4" refType="h" fact="0.3799"/>
              <dgm:constr type="r" for="ch" forName="Parent3" refType="w" fact="0.619"/>
              <dgm:constr type="t" for="ch" forName="Parent3" refType="h" fact="0.2022"/>
              <dgm:constr type="w" for="ch" forName="Parent3" refType="w" fact="0.1049"/>
              <dgm:constr type="h" for="ch" forName="Parent3" refType="h" fact="0.3799"/>
              <dgm:constr type="r" for="ch" forName="Parent2" refType="w" fact="0.7816"/>
              <dgm:constr type="t" for="ch" forName="Parent2" refType="h" fact="0.2022"/>
              <dgm:constr type="w" for="ch" forName="Parent2" refType="w" fact="0.1049"/>
              <dgm:constr type="h" for="ch" forName="Parent2" refType="h" fact="0.3799"/>
              <dgm:constr type="r" for="ch" forName="Parent1" refType="w" fact="0.9442"/>
              <dgm:constr type="t" for="ch" forName="Parent1" refType="h" fact="0.2022"/>
              <dgm:constr type="w" for="ch" forName="Parent1" refType="w" fact="0.1049"/>
              <dgm:constr type="h" for="ch" forName="Parent1" refType="h" fact="0.3799"/>
              <dgm:constr type="r" for="ch" forName="Accent6" refType="w" fact="0.1574"/>
              <dgm:constr type="t" for="ch" forName="Accent6" refType="h" fact="0.1072"/>
              <dgm:constr type="w" for="ch" forName="Accent6" refType="w" fact="0.1574"/>
              <dgm:constr type="h" for="ch" forName="Accent6" refType="h" fact="0.5699"/>
              <dgm:constr type="r" for="ch" forName="ParentBackground6" refType="w" fact="0.1521"/>
              <dgm:constr type="t" for="ch" forName="ParentBackground6" refType="h" fact="0.1262"/>
              <dgm:constr type="w" for="ch" forName="ParentBackground6" refType="w" fact="0.1469"/>
              <dgm:constr type="h" for="ch" forName="ParentBackground6" refType="h" fact="0.5319"/>
              <dgm:constr type="r" for="ch" forName="Child6" refType="w" fact="0.1521"/>
              <dgm:constr type="t" for="ch" forName="Child6" refType="h" fact="0.6876"/>
              <dgm:constr type="w" for="ch" forName="Child6" refType="w" fact="0.1469"/>
              <dgm:constr type="h" for="ch" forName="Child6" refType="h" fact="0.3124"/>
              <dgm:constr type="r" for="ch" forName="Accent5" refType="w" fact="0.3526"/>
              <dgm:constr type="t" for="ch" forName="Accent5" refType="h" fact="-0.0109"/>
              <dgm:constr type="w" for="ch" forName="Accent5" refType="w" fact="0.2226"/>
              <dgm:constr type="h" for="ch" forName="Accent5" refType="h" fact="0.806"/>
              <dgm:constr type="r" for="ch" forName="ParentBackground5" refType="w" fact="0.3147"/>
              <dgm:constr type="t" for="ch" forName="ParentBackground5" refType="h" fact="0.1262"/>
              <dgm:constr type="w" for="ch" forName="ParentBackground5" refType="w" fact="0.1469"/>
              <dgm:constr type="h" for="ch" forName="ParentBackground5" refType="h" fact="0.5319"/>
              <dgm:constr type="r" for="ch" forName="Child5" refType="w" fact="0.3147"/>
              <dgm:constr type="t" for="ch" forName="Child5" refType="h" fact="0.6876"/>
              <dgm:constr type="w" for="ch" forName="Child5" refType="w" fact="0.1469"/>
              <dgm:constr type="h" for="ch" forName="Child5" refType="h" fact="0.3124"/>
              <dgm:constr type="r" for="ch" forName="Accent4" refType="w" fact="0.5152"/>
              <dgm:constr type="t" for="ch" forName="Accent4" refType="h" fact="-0.0109"/>
              <dgm:constr type="w" for="ch" forName="Accent4" refType="w" fact="0.2226"/>
              <dgm:constr type="h" for="ch" forName="Accent4" refType="h" fact="0.806"/>
              <dgm:constr type="r" for="ch" forName="ParentBackground4" refType="w" fact="0.4773"/>
              <dgm:constr type="t" for="ch" forName="ParentBackground4" refType="h" fact="0.1262"/>
              <dgm:constr type="w" for="ch" forName="ParentBackground4" refType="w" fact="0.1469"/>
              <dgm:constr type="h" for="ch" forName="ParentBackground4" refType="h" fact="0.5319"/>
              <dgm:constr type="r" for="ch" forName="Child4" refType="w" fact="0.4773"/>
              <dgm:constr type="t" for="ch" forName="Child4" refType="h" fact="0.6876"/>
              <dgm:constr type="w" for="ch" forName="Child4" refType="w" fact="0.1469"/>
              <dgm:constr type="h" for="ch" forName="Child4" refType="h" fact="0.3124"/>
              <dgm:constr type="r" for="ch" forName="Accent3" refType="w" fact="0.6778"/>
              <dgm:constr type="t" for="ch" forName="Accent3" refType="h" fact="-0.0109"/>
              <dgm:constr type="w" for="ch" forName="Accent3" refType="w" fact="0.2226"/>
              <dgm:constr type="h" for="ch" forName="Accent3" refType="h" fact="0.806"/>
              <dgm:constr type="r" for="ch" forName="ParentBackground3" refType="w" fact="0.6399"/>
              <dgm:constr type="t" for="ch" forName="ParentBackground3" refType="h" fact="0.1262"/>
              <dgm:constr type="w" for="ch" forName="ParentBackground3" refType="w" fact="0.1469"/>
              <dgm:constr type="h" for="ch" forName="ParentBackground3" refType="h" fact="0.5319"/>
              <dgm:constr type="r" for="ch" forName="Child3" refType="w" fact="0.6399"/>
              <dgm:constr type="t" for="ch" forName="Child3" refType="h" fact="0.6876"/>
              <dgm:constr type="w" for="ch" forName="Child3" refType="w" fact="0.1469"/>
              <dgm:constr type="h" for="ch" forName="Child3" refType="h" fact="0.3124"/>
              <dgm:constr type="r" for="ch" forName="Accent2" refType="w" fact="0.8404"/>
              <dgm:constr type="t" for="ch" forName="Accent2" refType="h" fact="-0.0109"/>
              <dgm:constr type="w" for="ch" forName="Accent2" refType="w" fact="0.2226"/>
              <dgm:constr type="h" for="ch" forName="Accent2" refType="h" fact="0.806"/>
              <dgm:constr type="r" for="ch" forName="ParentBackground2" refType="w" fact="0.8025"/>
              <dgm:constr type="t" for="ch" forName="ParentBackground2" refType="h" fact="0.1262"/>
              <dgm:constr type="w" for="ch" forName="ParentBackground2" refType="w" fact="0.1469"/>
              <dgm:constr type="h" for="ch" forName="ParentBackground2" refType="h" fact="0.5319"/>
              <dgm:constr type="r" for="ch" forName="Child2" refType="w" fact="0.8025"/>
              <dgm:constr type="t" for="ch" forName="Child2" refType="h" fact="0.6876"/>
              <dgm:constr type="w" for="ch" forName="Child2" refType="w" fact="0.1469"/>
              <dgm:constr type="h" for="ch" forName="Child2" refType="h" fact="0.3124"/>
              <dgm:constr type="r" for="ch" forName="Accent1" refType="w" fact="1.003"/>
              <dgm:constr type="t" for="ch" forName="Accent1" refType="h" fact="-0.0109"/>
              <dgm:constr type="w" for="ch" forName="Accent1" refType="w" fact="0.2226"/>
              <dgm:constr type="h" for="ch" forName="Accent1" refType="h" fact="0.806"/>
              <dgm:constr type="r" for="ch" forName="ParentBackground1" refType="w" fact="0.9652"/>
              <dgm:constr type="t" for="ch" forName="ParentBackground1" refType="h" fact="0.1262"/>
              <dgm:constr type="w" for="ch" forName="ParentBackground1" refType="w" fact="0.1469"/>
              <dgm:constr type="h" for="ch" forName="ParentBackground1" refType="h" fact="0.5319"/>
              <dgm:constr type="r" for="ch" forName="Child1" refType="w" fact="0.9652"/>
              <dgm:constr type="t" for="ch" forName="Child1" refType="h" fact="0.6876"/>
              <dgm:constr type="w" for="ch" forName="Child1" refType="w" fact="0.1469"/>
              <dgm:constr type="h" for="ch" forName="Child1" refType="h" fact="0.3124"/>
            </dgm:constrLst>
          </dgm:if>
          <dgm:if name="Name23" axis="ch" ptType="node" func="cnt" op="equ" val="7">
            <dgm:alg type="composite">
              <dgm:param type="ar" val="4.2103"/>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4" refType="primFontSz" refFor="des" refForName="Parent1" op="lte"/>
              <dgm:constr type="primFontSz" for="des" forName="Child5" refType="primFontSz" refFor="des" refForName="Parent1" op="lte"/>
              <dgm:constr type="primFontSz" for="des" forName="Child6" refType="primFontSz" refFor="des" refForName="Parent1" op="lte"/>
              <dgm:constr type="primFontSz" for="des" forName="Child7"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4" refType="primFontSz" refFor="des" refForName="Parent2" op="lte"/>
              <dgm:constr type="primFontSz" for="des" forName="Child5" refType="primFontSz" refFor="des" refForName="Parent2" op="lte"/>
              <dgm:constr type="primFontSz" for="des" forName="Child6" refType="primFontSz" refFor="des" refForName="Parent2" op="lte"/>
              <dgm:constr type="primFontSz" for="des" forName="Child7"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Child4" refType="primFontSz" refFor="des" refForName="Parent3" op="lte"/>
              <dgm:constr type="primFontSz" for="des" forName="Child5" refType="primFontSz" refFor="des" refForName="Parent3" op="lte"/>
              <dgm:constr type="primFontSz" for="des" forName="Child6" refType="primFontSz" refFor="des" refForName="Parent3" op="lte"/>
              <dgm:constr type="primFontSz" for="des" forName="Child7" refType="primFontSz" refFor="des" refForName="Parent3" op="lte"/>
              <dgm:constr type="primFontSz" for="des" forName="Child1" refType="primFontSz" refFor="des" refForName="Parent4" op="lte"/>
              <dgm:constr type="primFontSz" for="des" forName="Child2" refType="primFontSz" refFor="des" refForName="Parent4" op="lte"/>
              <dgm:constr type="primFontSz" for="des" forName="Child3" refType="primFontSz" refFor="des" refForName="Parent4" op="lte"/>
              <dgm:constr type="primFontSz" for="des" forName="Child4" refType="primFontSz" refFor="des" refForName="Parent4" op="lte"/>
              <dgm:constr type="primFontSz" for="des" forName="Child5" refType="primFontSz" refFor="des" refForName="Parent4" op="lte"/>
              <dgm:constr type="primFontSz" for="des" forName="Child6" refType="primFontSz" refFor="des" refForName="Parent4" op="lte"/>
              <dgm:constr type="primFontSz" for="des" forName="Child7" refType="primFontSz" refFor="des" refForName="Parent4" op="lte"/>
              <dgm:constr type="primFontSz" for="des" forName="Child1" refType="primFontSz" refFor="des" refForName="Parent5" op="lte"/>
              <dgm:constr type="primFontSz" for="des" forName="Child2" refType="primFontSz" refFor="des" refForName="Parent5" op="lte"/>
              <dgm:constr type="primFontSz" for="des" forName="Child3" refType="primFontSz" refFor="des" refForName="Parent5" op="lte"/>
              <dgm:constr type="primFontSz" for="des" forName="Child4" refType="primFontSz" refFor="des" refForName="Parent5" op="lte"/>
              <dgm:constr type="primFontSz" for="des" forName="Child5" refType="primFontSz" refFor="des" refForName="Parent5" op="lte"/>
              <dgm:constr type="primFontSz" for="des" forName="Child6" refType="primFontSz" refFor="des" refForName="Parent5" op="lte"/>
              <dgm:constr type="primFontSz" for="des" forName="Child7" refType="primFontSz" refFor="des" refForName="Parent5" op="lte"/>
              <dgm:constr type="primFontSz" for="des" forName="Child1" refType="primFontSz" refFor="des" refForName="Parent6" op="lte"/>
              <dgm:constr type="primFontSz" for="des" forName="Child2" refType="primFontSz" refFor="des" refForName="Parent6" op="lte"/>
              <dgm:constr type="primFontSz" for="des" forName="Child3" refType="primFontSz" refFor="des" refForName="Parent6" op="lte"/>
              <dgm:constr type="primFontSz" for="des" forName="Child4" refType="primFontSz" refFor="des" refForName="Parent6" op="lte"/>
              <dgm:constr type="primFontSz" for="des" forName="Child5" refType="primFontSz" refFor="des" refForName="Parent6" op="lte"/>
              <dgm:constr type="primFontSz" for="des" forName="Child6" refType="primFontSz" refFor="des" refForName="Parent6" op="lte"/>
              <dgm:constr type="primFontSz" for="des" forName="Child7" refType="primFontSz" refFor="des" refForName="Parent6" op="lte"/>
              <dgm:constr type="primFontSz" for="des" forName="Child1" refType="primFontSz" refFor="des" refForName="Parent7" op="lte"/>
              <dgm:constr type="primFontSz" for="des" forName="Child2" refType="primFontSz" refFor="des" refForName="Parent7" op="lte"/>
              <dgm:constr type="primFontSz" for="des" forName="Child3" refType="primFontSz" refFor="des" refForName="Parent7" op="lte"/>
              <dgm:constr type="primFontSz" for="des" forName="Child4" refType="primFontSz" refFor="des" refForName="Parent7" op="lte"/>
              <dgm:constr type="primFontSz" for="des" forName="Child5" refType="primFontSz" refFor="des" refForName="Parent7" op="lte"/>
              <dgm:constr type="primFontSz" for="des" forName="Child6" refType="primFontSz" refFor="des" refForName="Parent7" op="lte"/>
              <dgm:constr type="primFontSz" for="des" forName="Child7" refType="primFontSz" refFor="des" refForName="Parent7" op="lte"/>
              <dgm:constr type="primFontSz" for="des" forName="Parent2" refType="primFontSz" refFor="des" refForName="Parent1" op="equ"/>
              <dgm:constr type="primFontSz" for="des" forName="Parent3" refType="primFontSz" refFor="des" refForName="Parent1" op="equ"/>
              <dgm:constr type="primFontSz" for="des" forName="Parent4" refType="primFontSz" refFor="des" refForName="Parent1" op="equ"/>
              <dgm:constr type="primFontSz" for="des" forName="Parent5" refType="primFontSz" refFor="des" refForName="Parent1" op="equ"/>
              <dgm:constr type="primFontSz" for="des" forName="Parent6" refType="primFontSz" refFor="des" refForName="Parent1" op="equ"/>
              <dgm:constr type="primFontSz" for="des" forName="Parent7" refType="primFontSz" refFor="des" refForName="Parent1" op="equ"/>
              <dgm:constr type="primFontSz" for="des" forName="Child2" refType="primFontSz" refFor="des" refForName="Child1" op="equ"/>
              <dgm:constr type="primFontSz" for="des" forName="Child3" refType="primFontSz" refFor="des" refForName="Child1" op="equ"/>
              <dgm:constr type="primFontSz" for="des" forName="Child4" refType="primFontSz" refFor="des" refForName="Child1" op="equ"/>
              <dgm:constr type="primFontSz" for="des" forName="Child5" refType="primFontSz" refFor="des" refForName="Child1" op="equ"/>
              <dgm:constr type="primFontSz" for="des" forName="Child6" refType="primFontSz" refFor="des" refForName="Child1" op="equ"/>
              <dgm:constr type="primFontSz" for="des" forName="Child7" refType="primFontSz" refFor="des" refForName="Child1" op="equ"/>
              <dgm:constr type="r" for="ch" forName="Parent7" refType="w" fact="0.1128"/>
              <dgm:constr type="t" for="ch" forName="Parent7" refType="h" fact="0.2022"/>
              <dgm:constr type="w" for="ch" forName="Parent7" refType="w" fact="0.0902"/>
              <dgm:constr type="h" for="ch" forName="Parent7" refType="h" fact="0.3799"/>
              <dgm:constr type="r" for="ch" forName="Parent6" refType="w" fact="0.2527"/>
              <dgm:constr type="t" for="ch" forName="Parent6" refType="h" fact="0.2022"/>
              <dgm:constr type="w" for="ch" forName="Parent6" refType="w" fact="0.0902"/>
              <dgm:constr type="h" for="ch" forName="Parent6" refType="h" fact="0.3799"/>
              <dgm:constr type="r" for="ch" forName="Parent5" refType="w" fact="0.3925"/>
              <dgm:constr type="t" for="ch" forName="Parent5" refType="h" fact="0.2022"/>
              <dgm:constr type="w" for="ch" forName="Parent5" refType="w" fact="0.0902"/>
              <dgm:constr type="h" for="ch" forName="Parent5" refType="h" fact="0.3799"/>
              <dgm:constr type="r" for="ch" forName="Parent4" refType="w" fact="0.5324"/>
              <dgm:constr type="t" for="ch" forName="Parent4" refType="h" fact="0.2022"/>
              <dgm:constr type="w" for="ch" forName="Parent4" refType="w" fact="0.0902"/>
              <dgm:constr type="h" for="ch" forName="Parent4" refType="h" fact="0.3799"/>
              <dgm:constr type="r" for="ch" forName="Parent3" refType="w" fact="0.6723"/>
              <dgm:constr type="t" for="ch" forName="Parent3" refType="h" fact="0.2022"/>
              <dgm:constr type="w" for="ch" forName="Parent3" refType="w" fact="0.0902"/>
              <dgm:constr type="h" for="ch" forName="Parent3" refType="h" fact="0.3799"/>
              <dgm:constr type="r" for="ch" forName="Parent2" refType="w" fact="0.8121"/>
              <dgm:constr type="t" for="ch" forName="Parent2" refType="h" fact="0.2022"/>
              <dgm:constr type="w" for="ch" forName="Parent2" refType="w" fact="0.0902"/>
              <dgm:constr type="h" for="ch" forName="Parent2" refType="h" fact="0.3799"/>
              <dgm:constr type="r" for="ch" forName="Parent1" refType="w" fact="0.952"/>
              <dgm:constr type="t" for="ch" forName="Parent1" refType="h" fact="0.2022"/>
              <dgm:constr type="w" for="ch" forName="Parent1" refType="w" fact="0.0902"/>
              <dgm:constr type="h" for="ch" forName="Parent1" refType="h" fact="0.3799"/>
              <dgm:constr type="r" for="ch" forName="Accent7" refType="w" fact="0.1354"/>
              <dgm:constr type="t" for="ch" forName="Accent7" refType="h" fact="0.1072"/>
              <dgm:constr type="w" for="ch" forName="Accent7" refType="w" fact="0.1354"/>
              <dgm:constr type="h" for="ch" forName="Accent7" refType="h" fact="0.5699"/>
              <dgm:constr type="r" for="ch" forName="ParentBackground7" refType="w" fact="0.1308"/>
              <dgm:constr type="t" for="ch" forName="ParentBackground7" refType="h" fact="0.1262"/>
              <dgm:constr type="w" for="ch" forName="ParentBackground7" refType="w" fact="0.1263"/>
              <dgm:constr type="h" for="ch" forName="ParentBackground7" refType="h" fact="0.5319"/>
              <dgm:constr type="r" for="ch" forName="Child7" refType="w" fact="0.1308"/>
              <dgm:constr type="t" for="ch" forName="Child7" refType="h" fact="0.6876"/>
              <dgm:constr type="w" for="ch" forName="Child7" refType="w" fact="0.1263"/>
              <dgm:constr type="h" for="ch" forName="Child7" refType="h" fact="0.3124"/>
              <dgm:constr type="r" for="ch" forName="Accent6" refType="w" fact="0.3033"/>
              <dgm:constr type="t" for="ch" forName="Accent6" refType="h" fact="-0.0109"/>
              <dgm:constr type="w" for="ch" forName="Accent6" refType="w" fact="0.1915"/>
              <dgm:constr type="h" for="ch" forName="Accent6" refType="h" fact="0.806"/>
              <dgm:constr type="r" for="ch" forName="ParentBackground6" refType="w" fact="0.2707"/>
              <dgm:constr type="t" for="ch" forName="ParentBackground6" refType="h" fact="0.1262"/>
              <dgm:constr type="w" for="ch" forName="ParentBackground6" refType="w" fact="0.1263"/>
              <dgm:constr type="h" for="ch" forName="ParentBackground6" refType="h" fact="0.5319"/>
              <dgm:constr type="r" for="ch" forName="Child6" refType="w" fact="0.2707"/>
              <dgm:constr type="t" for="ch" forName="Child6" refType="h" fact="0.6876"/>
              <dgm:constr type="w" for="ch" forName="Child6" refType="w" fact="0.1263"/>
              <dgm:constr type="h" for="ch" forName="Child6" refType="h" fact="0.3124"/>
              <dgm:constr type="r" for="ch" forName="Accent5" refType="w" fact="0.4431"/>
              <dgm:constr type="t" for="ch" forName="Accent5" refType="h" fact="-0.0109"/>
              <dgm:constr type="w" for="ch" forName="Accent5" refType="w" fact="0.1915"/>
              <dgm:constr type="h" for="ch" forName="Accent5" refType="h" fact="0.806"/>
              <dgm:constr type="r" for="ch" forName="ParentBackground5" refType="w" fact="0.4106"/>
              <dgm:constr type="t" for="ch" forName="ParentBackground5" refType="h" fact="0.1262"/>
              <dgm:constr type="w" for="ch" forName="ParentBackground5" refType="w" fact="0.1263"/>
              <dgm:constr type="h" for="ch" forName="ParentBackground5" refType="h" fact="0.5319"/>
              <dgm:constr type="r" for="ch" forName="Child5" refType="w" fact="0.4106"/>
              <dgm:constr type="t" for="ch" forName="Child5" refType="h" fact="0.6876"/>
              <dgm:constr type="w" for="ch" forName="Child5" refType="w" fact="0.1263"/>
              <dgm:constr type="h" for="ch" forName="Child5" refType="h" fact="0.3124"/>
              <dgm:constr type="r" for="ch" forName="Accent4" refType="w" fact="0.583"/>
              <dgm:constr type="t" for="ch" forName="Accent4" refType="h" fact="-0.0109"/>
              <dgm:constr type="w" for="ch" forName="Accent4" refType="w" fact="0.1915"/>
              <dgm:constr type="h" for="ch" forName="Accent4" refType="h" fact="0.806"/>
              <dgm:constr type="r" for="ch" forName="ParentBackground4" refType="w" fact="0.5504"/>
              <dgm:constr type="t" for="ch" forName="ParentBackground4" refType="h" fact="0.1262"/>
              <dgm:constr type="w" for="ch" forName="ParentBackground4" refType="w" fact="0.1263"/>
              <dgm:constr type="h" for="ch" forName="ParentBackground4" refType="h" fact="0.5319"/>
              <dgm:constr type="r" for="ch" forName="Child4" refType="w" fact="0.5504"/>
              <dgm:constr type="t" for="ch" forName="Child4" refType="h" fact="0.6876"/>
              <dgm:constr type="w" for="ch" forName="Child4" refType="w" fact="0.1263"/>
              <dgm:constr type="h" for="ch" forName="Child4" refType="h" fact="0.3124"/>
              <dgm:constr type="r" for="ch" forName="Accent3" refType="w" fact="0.7229"/>
              <dgm:constr type="t" for="ch" forName="Accent3" refType="h" fact="-0.0109"/>
              <dgm:constr type="w" for="ch" forName="Accent3" refType="w" fact="0.1915"/>
              <dgm:constr type="h" for="ch" forName="Accent3" refType="h" fact="0.806"/>
              <dgm:constr type="r" for="ch" forName="ParentBackground3" refType="w" fact="0.6903"/>
              <dgm:constr type="t" for="ch" forName="ParentBackground3" refType="h" fact="0.1262"/>
              <dgm:constr type="w" for="ch" forName="ParentBackground3" refType="w" fact="0.1263"/>
              <dgm:constr type="h" for="ch" forName="ParentBackground3" refType="h" fact="0.5319"/>
              <dgm:constr type="r" for="ch" forName="Child3" refType="w" fact="0.6903"/>
              <dgm:constr type="t" for="ch" forName="Child3" refType="h" fact="0.6876"/>
              <dgm:constr type="w" for="ch" forName="Child3" refType="w" fact="0.1263"/>
              <dgm:constr type="h" for="ch" forName="Child3" refType="h" fact="0.3124"/>
              <dgm:constr type="r" for="ch" forName="Accent2" refType="w" fact="0.8627"/>
              <dgm:constr type="t" for="ch" forName="Accent2" refType="h" fact="-0.0109"/>
              <dgm:constr type="w" for="ch" forName="Accent2" refType="w" fact="0.1915"/>
              <dgm:constr type="h" for="ch" forName="Accent2" refType="h" fact="0.806"/>
              <dgm:constr type="r" for="ch" forName="ParentBackground2" refType="w" fact="0.8302"/>
              <dgm:constr type="t" for="ch" forName="ParentBackground2" refType="h" fact="0.1262"/>
              <dgm:constr type="w" for="ch" forName="ParentBackground2" refType="w" fact="0.1263"/>
              <dgm:constr type="h" for="ch" forName="ParentBackground2" refType="h" fact="0.5319"/>
              <dgm:constr type="r" for="ch" forName="Child2" refType="w" fact="0.8302"/>
              <dgm:constr type="t" for="ch" forName="Child2" refType="h" fact="0.6876"/>
              <dgm:constr type="w" for="ch" forName="Child2" refType="w" fact="0.1263"/>
              <dgm:constr type="h" for="ch" forName="Child2" refType="h" fact="0.3124"/>
              <dgm:constr type="r" for="ch" forName="Accent1" refType="w" fact="1.0026"/>
              <dgm:constr type="t" for="ch" forName="Accent1" refType="h" fact="-0.0109"/>
              <dgm:constr type="w" for="ch" forName="Accent1" refType="w" fact="0.1915"/>
              <dgm:constr type="h" for="ch" forName="Accent1" refType="h" fact="0.806"/>
              <dgm:constr type="r" for="ch" forName="ParentBackground1" refType="w" fact="0.97"/>
              <dgm:constr type="t" for="ch" forName="ParentBackground1" refType="h" fact="0.1262"/>
              <dgm:constr type="w" for="ch" forName="ParentBackground1" refType="w" fact="0.1263"/>
              <dgm:constr type="h" for="ch" forName="ParentBackground1" refType="h" fact="0.5319"/>
              <dgm:constr type="r" for="ch" forName="Child1" refType="w" fact="0.97"/>
              <dgm:constr type="t" for="ch" forName="Child1" refType="h" fact="0.6876"/>
              <dgm:constr type="w" for="ch" forName="Child1" refType="w" fact="0.1263"/>
              <dgm:constr type="h" for="ch" forName="Child1" refType="h" fact="0.3124"/>
            </dgm:constrLst>
          </dgm:if>
          <dgm:if name="Name24" axis="ch" ptType="node" func="cnt" op="equ" val="8">
            <dgm:alg type="composite">
              <dgm:param type="ar" val="4.7991"/>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4" refType="primFontSz" refFor="des" refForName="Parent1" op="lte"/>
              <dgm:constr type="primFontSz" for="des" forName="Child5" refType="primFontSz" refFor="des" refForName="Parent1" op="lte"/>
              <dgm:constr type="primFontSz" for="des" forName="Child6" refType="primFontSz" refFor="des" refForName="Parent1" op="lte"/>
              <dgm:constr type="primFontSz" for="des" forName="Child7" refType="primFontSz" refFor="des" refForName="Parent1" op="lte"/>
              <dgm:constr type="primFontSz" for="des" forName="Child8"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4" refType="primFontSz" refFor="des" refForName="Parent2" op="lte"/>
              <dgm:constr type="primFontSz" for="des" forName="Child5" refType="primFontSz" refFor="des" refForName="Parent2" op="lte"/>
              <dgm:constr type="primFontSz" for="des" forName="Child6" refType="primFontSz" refFor="des" refForName="Parent2" op="lte"/>
              <dgm:constr type="primFontSz" for="des" forName="Child7" refType="primFontSz" refFor="des" refForName="Parent2" op="lte"/>
              <dgm:constr type="primFontSz" for="des" forName="Child8"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Child4" refType="primFontSz" refFor="des" refForName="Parent3" op="lte"/>
              <dgm:constr type="primFontSz" for="des" forName="Child5" refType="primFontSz" refFor="des" refForName="Parent3" op="lte"/>
              <dgm:constr type="primFontSz" for="des" forName="Child6" refType="primFontSz" refFor="des" refForName="Parent3" op="lte"/>
              <dgm:constr type="primFontSz" for="des" forName="Child7" refType="primFontSz" refFor="des" refForName="Parent3" op="lte"/>
              <dgm:constr type="primFontSz" for="des" forName="Child8" refType="primFontSz" refFor="des" refForName="Parent3" op="lte"/>
              <dgm:constr type="primFontSz" for="des" forName="Child1" refType="primFontSz" refFor="des" refForName="Parent4" op="lte"/>
              <dgm:constr type="primFontSz" for="des" forName="Child2" refType="primFontSz" refFor="des" refForName="Parent4" op="lte"/>
              <dgm:constr type="primFontSz" for="des" forName="Child3" refType="primFontSz" refFor="des" refForName="Parent4" op="lte"/>
              <dgm:constr type="primFontSz" for="des" forName="Child4" refType="primFontSz" refFor="des" refForName="Parent4" op="lte"/>
              <dgm:constr type="primFontSz" for="des" forName="Child5" refType="primFontSz" refFor="des" refForName="Parent4" op="lte"/>
              <dgm:constr type="primFontSz" for="des" forName="Child6" refType="primFontSz" refFor="des" refForName="Parent4" op="lte"/>
              <dgm:constr type="primFontSz" for="des" forName="Child7" refType="primFontSz" refFor="des" refForName="Parent4" op="lte"/>
              <dgm:constr type="primFontSz" for="des" forName="Child8" refType="primFontSz" refFor="des" refForName="Parent4" op="lte"/>
              <dgm:constr type="primFontSz" for="des" forName="Child1" refType="primFontSz" refFor="des" refForName="Parent5" op="lte"/>
              <dgm:constr type="primFontSz" for="des" forName="Child2" refType="primFontSz" refFor="des" refForName="Parent5" op="lte"/>
              <dgm:constr type="primFontSz" for="des" forName="Child3" refType="primFontSz" refFor="des" refForName="Parent5" op="lte"/>
              <dgm:constr type="primFontSz" for="des" forName="Child4" refType="primFontSz" refFor="des" refForName="Parent5" op="lte"/>
              <dgm:constr type="primFontSz" for="des" forName="Child5" refType="primFontSz" refFor="des" refForName="Parent5" op="lte"/>
              <dgm:constr type="primFontSz" for="des" forName="Child6" refType="primFontSz" refFor="des" refForName="Parent5" op="lte"/>
              <dgm:constr type="primFontSz" for="des" forName="Child7" refType="primFontSz" refFor="des" refForName="Parent5" op="lte"/>
              <dgm:constr type="primFontSz" for="des" forName="Child8" refType="primFontSz" refFor="des" refForName="Parent5" op="lte"/>
              <dgm:constr type="primFontSz" for="des" forName="Child1" refType="primFontSz" refFor="des" refForName="Parent6" op="lte"/>
              <dgm:constr type="primFontSz" for="des" forName="Child2" refType="primFontSz" refFor="des" refForName="Parent6" op="lte"/>
              <dgm:constr type="primFontSz" for="des" forName="Child3" refType="primFontSz" refFor="des" refForName="Parent6" op="lte"/>
              <dgm:constr type="primFontSz" for="des" forName="Child4" refType="primFontSz" refFor="des" refForName="Parent6" op="lte"/>
              <dgm:constr type="primFontSz" for="des" forName="Child5" refType="primFontSz" refFor="des" refForName="Parent6" op="lte"/>
              <dgm:constr type="primFontSz" for="des" forName="Child6" refType="primFontSz" refFor="des" refForName="Parent6" op="lte"/>
              <dgm:constr type="primFontSz" for="des" forName="Child7" refType="primFontSz" refFor="des" refForName="Parent6" op="lte"/>
              <dgm:constr type="primFontSz" for="des" forName="Child8" refType="primFontSz" refFor="des" refForName="Parent6" op="lte"/>
              <dgm:constr type="primFontSz" for="des" forName="Child1" refType="primFontSz" refFor="des" refForName="Parent7" op="lte"/>
              <dgm:constr type="primFontSz" for="des" forName="Child2" refType="primFontSz" refFor="des" refForName="Parent7" op="lte"/>
              <dgm:constr type="primFontSz" for="des" forName="Child3" refType="primFontSz" refFor="des" refForName="Parent7" op="lte"/>
              <dgm:constr type="primFontSz" for="des" forName="Child4" refType="primFontSz" refFor="des" refForName="Parent7" op="lte"/>
              <dgm:constr type="primFontSz" for="des" forName="Child5" refType="primFontSz" refFor="des" refForName="Parent7" op="lte"/>
              <dgm:constr type="primFontSz" for="des" forName="Child6" refType="primFontSz" refFor="des" refForName="Parent7" op="lte"/>
              <dgm:constr type="primFontSz" for="des" forName="Child7" refType="primFontSz" refFor="des" refForName="Parent7" op="lte"/>
              <dgm:constr type="primFontSz" for="des" forName="Child8" refType="primFontSz" refFor="des" refForName="Parent7" op="lte"/>
              <dgm:constr type="primFontSz" for="des" forName="Child1" refType="primFontSz" refFor="des" refForName="Parent8" op="lte"/>
              <dgm:constr type="primFontSz" for="des" forName="Child2" refType="primFontSz" refFor="des" refForName="Parent8" op="lte"/>
              <dgm:constr type="primFontSz" for="des" forName="Child3" refType="primFontSz" refFor="des" refForName="Parent8" op="lte"/>
              <dgm:constr type="primFontSz" for="des" forName="Child4" refType="primFontSz" refFor="des" refForName="Parent8" op="lte"/>
              <dgm:constr type="primFontSz" for="des" forName="Child5" refType="primFontSz" refFor="des" refForName="Parent8" op="lte"/>
              <dgm:constr type="primFontSz" for="des" forName="Child6" refType="primFontSz" refFor="des" refForName="Parent8" op="lte"/>
              <dgm:constr type="primFontSz" for="des" forName="Child7" refType="primFontSz" refFor="des" refForName="Parent8" op="lte"/>
              <dgm:constr type="primFontSz" for="des" forName="Child8" refType="primFontSz" refFor="des" refForName="Parent8" op="lte"/>
              <dgm:constr type="primFontSz" for="des" forName="Parent2" refType="primFontSz" refFor="des" refForName="Parent1" op="equ"/>
              <dgm:constr type="primFontSz" for="des" forName="Parent3" refType="primFontSz" refFor="des" refForName="Parent1" op="equ"/>
              <dgm:constr type="primFontSz" for="des" forName="Parent4" refType="primFontSz" refFor="des" refForName="Parent1" op="equ"/>
              <dgm:constr type="primFontSz" for="des" forName="Parent5" refType="primFontSz" refFor="des" refForName="Parent1" op="equ"/>
              <dgm:constr type="primFontSz" for="des" forName="Parent6" refType="primFontSz" refFor="des" refForName="Parent1" op="equ"/>
              <dgm:constr type="primFontSz" for="des" forName="Parent7" refType="primFontSz" refFor="des" refForName="Parent1" op="equ"/>
              <dgm:constr type="primFontSz" for="des" forName="Parent8" refType="primFontSz" refFor="des" refForName="Parent1" op="equ"/>
              <dgm:constr type="primFontSz" for="des" forName="Child2" refType="primFontSz" refFor="des" refForName="Child1" op="equ"/>
              <dgm:constr type="primFontSz" for="des" forName="Child3" refType="primFontSz" refFor="des" refForName="Child1" op="equ"/>
              <dgm:constr type="primFontSz" for="des" forName="Child4" refType="primFontSz" refFor="des" refForName="Child1" op="equ"/>
              <dgm:constr type="primFontSz" for="des" forName="Child5" refType="primFontSz" refFor="des" refForName="Child1" op="equ"/>
              <dgm:constr type="primFontSz" for="des" forName="Child6" refType="primFontSz" refFor="des" refForName="Child1" op="equ"/>
              <dgm:constr type="primFontSz" for="des" forName="Child7" refType="primFontSz" refFor="des" refForName="Child1" op="equ"/>
              <dgm:constr type="primFontSz" for="des" forName="Child8" refType="primFontSz" refFor="des" refForName="Child1" op="equ"/>
              <dgm:constr type="r" for="ch" forName="Parent8" refType="w" fact="0.099"/>
              <dgm:constr type="t" for="ch" forName="Parent8" refType="h" fact="0.2022"/>
              <dgm:constr type="w" for="ch" forName="Parent8" refType="w" fact="0.0792"/>
              <dgm:constr type="h" for="ch" forName="Parent8" refType="h" fact="0.3799"/>
              <dgm:constr type="r" for="ch" forName="Parent7" refType="w" fact="0.2217"/>
              <dgm:constr type="t" for="ch" forName="Parent7" refType="h" fact="0.2022"/>
              <dgm:constr type="w" for="ch" forName="Parent7" refType="w" fact="0.0792"/>
              <dgm:constr type="h" for="ch" forName="Parent7" refType="h" fact="0.3799"/>
              <dgm:constr type="r" for="ch" forName="Parent6" refType="w" fact="0.3444"/>
              <dgm:constr type="t" for="ch" forName="Parent6" refType="h" fact="0.2022"/>
              <dgm:constr type="w" for="ch" forName="Parent6" refType="w" fact="0.0792"/>
              <dgm:constr type="h" for="ch" forName="Parent6" refType="h" fact="0.3799"/>
              <dgm:constr type="r" for="ch" forName="Parent5" refType="w" fact="0.4671"/>
              <dgm:constr type="t" for="ch" forName="Parent5" refType="h" fact="0.2022"/>
              <dgm:constr type="w" for="ch" forName="Parent5" refType="w" fact="0.0792"/>
              <dgm:constr type="h" for="ch" forName="Parent5" refType="h" fact="0.3799"/>
              <dgm:constr type="r" for="ch" forName="Parent4" refType="w" fact="0.5898"/>
              <dgm:constr type="t" for="ch" forName="Parent4" refType="h" fact="0.2022"/>
              <dgm:constr type="w" for="ch" forName="Parent4" refType="w" fact="0.0792"/>
              <dgm:constr type="h" for="ch" forName="Parent4" refType="h" fact="0.3799"/>
              <dgm:constr type="r" for="ch" forName="Parent3" refType="w" fact="0.7125"/>
              <dgm:constr type="t" for="ch" forName="Parent3" refType="h" fact="0.2022"/>
              <dgm:constr type="w" for="ch" forName="Parent3" refType="w" fact="0.0792"/>
              <dgm:constr type="h" for="ch" forName="Parent3" refType="h" fact="0.3799"/>
              <dgm:constr type="r" for="ch" forName="Parent2" refType="w" fact="0.8352"/>
              <dgm:constr type="t" for="ch" forName="Parent2" refType="h" fact="0.2022"/>
              <dgm:constr type="w" for="ch" forName="Parent2" refType="w" fact="0.0792"/>
              <dgm:constr type="h" for="ch" forName="Parent2" refType="h" fact="0.3799"/>
              <dgm:constr type="r" for="ch" forName="Parent1" refType="w" fact="0.9579"/>
              <dgm:constr type="t" for="ch" forName="Parent1" refType="h" fact="0.2022"/>
              <dgm:constr type="w" for="ch" forName="Parent1" refType="w" fact="0.0792"/>
              <dgm:constr type="h" for="ch" forName="Parent1" refType="h" fact="0.3799"/>
              <dgm:constr type="r" for="ch" forName="Accent8" refType="w" fact="0.1187"/>
              <dgm:constr type="t" for="ch" forName="Accent8" refType="h" fact="0.1072"/>
              <dgm:constr type="w" for="ch" forName="Accent8" refType="w" fact="0.1187"/>
              <dgm:constr type="h" for="ch" forName="Accent8" refType="h" fact="0.5699"/>
              <dgm:constr type="r" for="ch" forName="ParentBackground8" refType="w" fact="0.1148"/>
              <dgm:constr type="t" for="ch" forName="ParentBackground8" refType="h" fact="0.1262"/>
              <dgm:constr type="w" for="ch" forName="ParentBackground8" refType="w" fact="0.1108"/>
              <dgm:constr type="h" for="ch" forName="ParentBackground8" refType="h" fact="0.5319"/>
              <dgm:constr type="r" for="ch" forName="Child8" refType="w" fact="0.1148"/>
              <dgm:constr type="t" for="ch" forName="Child8" refType="h" fact="0.6876"/>
              <dgm:constr type="w" for="ch" forName="Child8" refType="w" fact="0.1108"/>
              <dgm:constr type="h" for="ch" forName="Child8" refType="h" fact="0.3124"/>
              <dgm:constr type="r" for="ch" forName="Accent7" refType="w" fact="0.2661"/>
              <dgm:constr type="t" for="ch" forName="Accent7" refType="h" fact="-0.0109"/>
              <dgm:constr type="w" for="ch" forName="Accent7" refType="w" fact="0.1679"/>
              <dgm:constr type="h" for="ch" forName="Accent7" refType="h" fact="0.806"/>
              <dgm:constr type="r" for="ch" forName="ParentBackground7" refType="w" fact="0.2375"/>
              <dgm:constr type="t" for="ch" forName="ParentBackground7" refType="h" fact="0.1262"/>
              <dgm:constr type="w" for="ch" forName="ParentBackground7" refType="w" fact="0.1108"/>
              <dgm:constr type="h" for="ch" forName="ParentBackground7" refType="h" fact="0.5319"/>
              <dgm:constr type="r" for="ch" forName="Child7" refType="w" fact="0.2375"/>
              <dgm:constr type="t" for="ch" forName="Child7" refType="h" fact="0.6876"/>
              <dgm:constr type="w" for="ch" forName="Child7" refType="w" fact="0.1108"/>
              <dgm:constr type="h" for="ch" forName="Child7" refType="h" fact="0.3124"/>
              <dgm:constr type="r" for="ch" forName="Accent6" refType="w" fact="0.3888"/>
              <dgm:constr type="t" for="ch" forName="Accent6" refType="h" fact="-0.0109"/>
              <dgm:constr type="w" for="ch" forName="Accent6" refType="w" fact="0.1679"/>
              <dgm:constr type="h" for="ch" forName="Accent6" refType="h" fact="0.806"/>
              <dgm:constr type="r" for="ch" forName="ParentBackground6" refType="w" fact="0.3602"/>
              <dgm:constr type="t" for="ch" forName="ParentBackground6" refType="h" fact="0.1262"/>
              <dgm:constr type="w" for="ch" forName="ParentBackground6" refType="w" fact="0.1108"/>
              <dgm:constr type="h" for="ch" forName="ParentBackground6" refType="h" fact="0.5319"/>
              <dgm:constr type="r" for="ch" forName="Child6" refType="w" fact="0.3602"/>
              <dgm:constr type="t" for="ch" forName="Child6" refType="h" fact="0.6876"/>
              <dgm:constr type="w" for="ch" forName="Child6" refType="w" fact="0.1108"/>
              <dgm:constr type="h" for="ch" forName="Child6" refType="h" fact="0.3124"/>
              <dgm:constr type="r" for="ch" forName="Accent5" refType="w" fact="0.5115"/>
              <dgm:constr type="t" for="ch" forName="Accent5" refType="h" fact="-0.0109"/>
              <dgm:constr type="w" for="ch" forName="Accent5" refType="w" fact="0.1679"/>
              <dgm:constr type="h" for="ch" forName="Accent5" refType="h" fact="0.806"/>
              <dgm:constr type="r" for="ch" forName="ParentBackground5" refType="w" fact="0.4829"/>
              <dgm:constr type="t" for="ch" forName="ParentBackground5" refType="h" fact="0.1262"/>
              <dgm:constr type="w" for="ch" forName="ParentBackground5" refType="w" fact="0.1108"/>
              <dgm:constr type="h" for="ch" forName="ParentBackground5" refType="h" fact="0.5319"/>
              <dgm:constr type="r" for="ch" forName="Child5" refType="w" fact="0.4829"/>
              <dgm:constr type="t" for="ch" forName="Child5" refType="h" fact="0.6876"/>
              <dgm:constr type="w" for="ch" forName="Child5" refType="w" fact="0.1108"/>
              <dgm:constr type="h" for="ch" forName="Child5" refType="h" fact="0.3124"/>
              <dgm:constr type="r" for="ch" forName="Accent4" refType="w" fact="0.6342"/>
              <dgm:constr type="t" for="ch" forName="Accent4" refType="h" fact="-0.0109"/>
              <dgm:constr type="w" for="ch" forName="Accent4" refType="w" fact="0.1679"/>
              <dgm:constr type="h" for="ch" forName="Accent4" refType="h" fact="0.806"/>
              <dgm:constr type="r" for="ch" forName="ParentBackground4" refType="w" fact="0.6056"/>
              <dgm:constr type="t" for="ch" forName="ParentBackground4" refType="h" fact="0.1262"/>
              <dgm:constr type="w" for="ch" forName="ParentBackground4" refType="w" fact="0.1108"/>
              <dgm:constr type="h" for="ch" forName="ParentBackground4" refType="h" fact="0.5319"/>
              <dgm:constr type="r" for="ch" forName="Child4" refType="w" fact="0.6056"/>
              <dgm:constr type="t" for="ch" forName="Child4" refType="h" fact="0.6876"/>
              <dgm:constr type="w" for="ch" forName="Child4" refType="w" fact="0.1108"/>
              <dgm:constr type="h" for="ch" forName="Child4" refType="h" fact="0.3124"/>
              <dgm:constr type="r" for="ch" forName="Accent3" refType="w" fact="0.7569"/>
              <dgm:constr type="t" for="ch" forName="Accent3" refType="h" fact="-0.0109"/>
              <dgm:constr type="w" for="ch" forName="Accent3" refType="w" fact="0.1679"/>
              <dgm:constr type="h" for="ch" forName="Accent3" refType="h" fact="0.806"/>
              <dgm:constr type="r" for="ch" forName="ParentBackground3" refType="w" fact="0.7283"/>
              <dgm:constr type="t" for="ch" forName="ParentBackground3" refType="h" fact="0.1262"/>
              <dgm:constr type="w" for="ch" forName="ParentBackground3" refType="w" fact="0.1108"/>
              <dgm:constr type="h" for="ch" forName="ParentBackground3" refType="h" fact="0.5319"/>
              <dgm:constr type="r" for="ch" forName="Child3" refType="w" fact="0.7283"/>
              <dgm:constr type="t" for="ch" forName="Child3" refType="h" fact="0.6876"/>
              <dgm:constr type="w" for="ch" forName="Child3" refType="w" fact="0.1108"/>
              <dgm:constr type="h" for="ch" forName="Child3" refType="h" fact="0.3124"/>
              <dgm:constr type="r" for="ch" forName="Accent2" refType="w" fact="0.8796"/>
              <dgm:constr type="t" for="ch" forName="Accent2" refType="h" fact="-0.0109"/>
              <dgm:constr type="w" for="ch" forName="Accent2" refType="w" fact="0.1679"/>
              <dgm:constr type="h" for="ch" forName="Accent2" refType="h" fact="0.806"/>
              <dgm:constr type="r" for="ch" forName="ParentBackground2" refType="w" fact="0.851"/>
              <dgm:constr type="t" for="ch" forName="ParentBackground2" refType="h" fact="0.1262"/>
              <dgm:constr type="w" for="ch" forName="ParentBackground2" refType="w" fact="0.1108"/>
              <dgm:constr type="h" for="ch" forName="ParentBackground2" refType="h" fact="0.5319"/>
              <dgm:constr type="r" for="ch" forName="Child2" refType="w" fact="0.851"/>
              <dgm:constr type="t" for="ch" forName="Child2" refType="h" fact="0.6876"/>
              <dgm:constr type="w" for="ch" forName="Child2" refType="w" fact="0.1108"/>
              <dgm:constr type="h" for="ch" forName="Child2" refType="h" fact="0.3124"/>
              <dgm:constr type="r" for="ch" forName="Accent1" refType="w" fact="1.0023"/>
              <dgm:constr type="t" for="ch" forName="Accent1" refType="h" fact="-0.0109"/>
              <dgm:constr type="w" for="ch" forName="Accent1" refType="w" fact="0.1679"/>
              <dgm:constr type="h" for="ch" forName="Accent1" refType="h" fact="0.806"/>
              <dgm:constr type="r" for="ch" forName="ParentBackground1" refType="w" fact="0.9737"/>
              <dgm:constr type="t" for="ch" forName="ParentBackground1" refType="h" fact="0.1262"/>
              <dgm:constr type="w" for="ch" forName="ParentBackground1" refType="w" fact="0.1108"/>
              <dgm:constr type="h" for="ch" forName="ParentBackground1" refType="h" fact="0.5319"/>
              <dgm:constr type="r" for="ch" forName="Child1" refType="w" fact="0.9737"/>
              <dgm:constr type="t" for="ch" forName="Child1" refType="h" fact="0.6876"/>
              <dgm:constr type="w" for="ch" forName="Child1" refType="w" fact="0.1108"/>
              <dgm:constr type="h" for="ch" forName="Child1" refType="h" fact="0.3124"/>
            </dgm:constrLst>
          </dgm:if>
          <dgm:if name="Name25" axis="ch" ptType="node" func="cnt" op="equ" val="9">
            <dgm:alg type="composite">
              <dgm:param type="ar" val="5.388"/>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4" refType="primFontSz" refFor="des" refForName="Parent1" op="lte"/>
              <dgm:constr type="primFontSz" for="des" forName="Child5" refType="primFontSz" refFor="des" refForName="Parent1" op="lte"/>
              <dgm:constr type="primFontSz" for="des" forName="Child6" refType="primFontSz" refFor="des" refForName="Parent1" op="lte"/>
              <dgm:constr type="primFontSz" for="des" forName="Child7" refType="primFontSz" refFor="des" refForName="Parent1" op="lte"/>
              <dgm:constr type="primFontSz" for="des" forName="Child8" refType="primFontSz" refFor="des" refForName="Parent1" op="lte"/>
              <dgm:constr type="primFontSz" for="des" forName="Child9"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4" refType="primFontSz" refFor="des" refForName="Parent2" op="lte"/>
              <dgm:constr type="primFontSz" for="des" forName="Child5" refType="primFontSz" refFor="des" refForName="Parent2" op="lte"/>
              <dgm:constr type="primFontSz" for="des" forName="Child6" refType="primFontSz" refFor="des" refForName="Parent2" op="lte"/>
              <dgm:constr type="primFontSz" for="des" forName="Child7" refType="primFontSz" refFor="des" refForName="Parent2" op="lte"/>
              <dgm:constr type="primFontSz" for="des" forName="Child8" refType="primFontSz" refFor="des" refForName="Parent2" op="lte"/>
              <dgm:constr type="primFontSz" for="des" forName="Child9"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Child4" refType="primFontSz" refFor="des" refForName="Parent3" op="lte"/>
              <dgm:constr type="primFontSz" for="des" forName="Child5" refType="primFontSz" refFor="des" refForName="Parent3" op="lte"/>
              <dgm:constr type="primFontSz" for="des" forName="Child6" refType="primFontSz" refFor="des" refForName="Parent3" op="lte"/>
              <dgm:constr type="primFontSz" for="des" forName="Child7" refType="primFontSz" refFor="des" refForName="Parent3" op="lte"/>
              <dgm:constr type="primFontSz" for="des" forName="Child8" refType="primFontSz" refFor="des" refForName="Parent3" op="lte"/>
              <dgm:constr type="primFontSz" for="des" forName="Child9" refType="primFontSz" refFor="des" refForName="Parent3" op="lte"/>
              <dgm:constr type="primFontSz" for="des" forName="Child1" refType="primFontSz" refFor="des" refForName="Parent4" op="lte"/>
              <dgm:constr type="primFontSz" for="des" forName="Child2" refType="primFontSz" refFor="des" refForName="Parent4" op="lte"/>
              <dgm:constr type="primFontSz" for="des" forName="Child3" refType="primFontSz" refFor="des" refForName="Parent4" op="lte"/>
              <dgm:constr type="primFontSz" for="des" forName="Child4" refType="primFontSz" refFor="des" refForName="Parent4" op="lte"/>
              <dgm:constr type="primFontSz" for="des" forName="Child5" refType="primFontSz" refFor="des" refForName="Parent4" op="lte"/>
              <dgm:constr type="primFontSz" for="des" forName="Child6" refType="primFontSz" refFor="des" refForName="Parent4" op="lte"/>
              <dgm:constr type="primFontSz" for="des" forName="Child7" refType="primFontSz" refFor="des" refForName="Parent4" op="lte"/>
              <dgm:constr type="primFontSz" for="des" forName="Child8" refType="primFontSz" refFor="des" refForName="Parent4" op="lte"/>
              <dgm:constr type="primFontSz" for="des" forName="Child9" refType="primFontSz" refFor="des" refForName="Parent4" op="lte"/>
              <dgm:constr type="primFontSz" for="des" forName="Child1" refType="primFontSz" refFor="des" refForName="Parent5" op="lte"/>
              <dgm:constr type="primFontSz" for="des" forName="Child2" refType="primFontSz" refFor="des" refForName="Parent5" op="lte"/>
              <dgm:constr type="primFontSz" for="des" forName="Child3" refType="primFontSz" refFor="des" refForName="Parent5" op="lte"/>
              <dgm:constr type="primFontSz" for="des" forName="Child4" refType="primFontSz" refFor="des" refForName="Parent5" op="lte"/>
              <dgm:constr type="primFontSz" for="des" forName="Child5" refType="primFontSz" refFor="des" refForName="Parent5" op="lte"/>
              <dgm:constr type="primFontSz" for="des" forName="Child6" refType="primFontSz" refFor="des" refForName="Parent5" op="lte"/>
              <dgm:constr type="primFontSz" for="des" forName="Child7" refType="primFontSz" refFor="des" refForName="Parent5" op="lte"/>
              <dgm:constr type="primFontSz" for="des" forName="Child8" refType="primFontSz" refFor="des" refForName="Parent5" op="lte"/>
              <dgm:constr type="primFontSz" for="des" forName="Child9" refType="primFontSz" refFor="des" refForName="Parent5" op="lte"/>
              <dgm:constr type="primFontSz" for="des" forName="Child1" refType="primFontSz" refFor="des" refForName="Parent6" op="lte"/>
              <dgm:constr type="primFontSz" for="des" forName="Child2" refType="primFontSz" refFor="des" refForName="Parent6" op="lte"/>
              <dgm:constr type="primFontSz" for="des" forName="Child3" refType="primFontSz" refFor="des" refForName="Parent6" op="lte"/>
              <dgm:constr type="primFontSz" for="des" forName="Child4" refType="primFontSz" refFor="des" refForName="Parent6" op="lte"/>
              <dgm:constr type="primFontSz" for="des" forName="Child5" refType="primFontSz" refFor="des" refForName="Parent6" op="lte"/>
              <dgm:constr type="primFontSz" for="des" forName="Child6" refType="primFontSz" refFor="des" refForName="Parent6" op="lte"/>
              <dgm:constr type="primFontSz" for="des" forName="Child7" refType="primFontSz" refFor="des" refForName="Parent6" op="lte"/>
              <dgm:constr type="primFontSz" for="des" forName="Child8" refType="primFontSz" refFor="des" refForName="Parent6" op="lte"/>
              <dgm:constr type="primFontSz" for="des" forName="Child9" refType="primFontSz" refFor="des" refForName="Parent6" op="lte"/>
              <dgm:constr type="primFontSz" for="des" forName="Child1" refType="primFontSz" refFor="des" refForName="Parent7" op="lte"/>
              <dgm:constr type="primFontSz" for="des" forName="Child2" refType="primFontSz" refFor="des" refForName="Parent7" op="lte"/>
              <dgm:constr type="primFontSz" for="des" forName="Child3" refType="primFontSz" refFor="des" refForName="Parent7" op="lte"/>
              <dgm:constr type="primFontSz" for="des" forName="Child4" refType="primFontSz" refFor="des" refForName="Parent7" op="lte"/>
              <dgm:constr type="primFontSz" for="des" forName="Child5" refType="primFontSz" refFor="des" refForName="Parent7" op="lte"/>
              <dgm:constr type="primFontSz" for="des" forName="Child6" refType="primFontSz" refFor="des" refForName="Parent7" op="lte"/>
              <dgm:constr type="primFontSz" for="des" forName="Child7" refType="primFontSz" refFor="des" refForName="Parent7" op="lte"/>
              <dgm:constr type="primFontSz" for="des" forName="Child8" refType="primFontSz" refFor="des" refForName="Parent7" op="lte"/>
              <dgm:constr type="primFontSz" for="des" forName="Child9" refType="primFontSz" refFor="des" refForName="Parent7" op="lte"/>
              <dgm:constr type="primFontSz" for="des" forName="Child1" refType="primFontSz" refFor="des" refForName="Parent8" op="lte"/>
              <dgm:constr type="primFontSz" for="des" forName="Child2" refType="primFontSz" refFor="des" refForName="Parent8" op="lte"/>
              <dgm:constr type="primFontSz" for="des" forName="Child3" refType="primFontSz" refFor="des" refForName="Parent8" op="lte"/>
              <dgm:constr type="primFontSz" for="des" forName="Child4" refType="primFontSz" refFor="des" refForName="Parent8" op="lte"/>
              <dgm:constr type="primFontSz" for="des" forName="Child5" refType="primFontSz" refFor="des" refForName="Parent8" op="lte"/>
              <dgm:constr type="primFontSz" for="des" forName="Child6" refType="primFontSz" refFor="des" refForName="Parent8" op="lte"/>
              <dgm:constr type="primFontSz" for="des" forName="Child7" refType="primFontSz" refFor="des" refForName="Parent8" op="lte"/>
              <dgm:constr type="primFontSz" for="des" forName="Child8" refType="primFontSz" refFor="des" refForName="Parent8" op="lte"/>
              <dgm:constr type="primFontSz" for="des" forName="Child9" refType="primFontSz" refFor="des" refForName="Parent8" op="lte"/>
              <dgm:constr type="primFontSz" for="des" forName="Child1" refType="primFontSz" refFor="des" refForName="Parent9" op="lte"/>
              <dgm:constr type="primFontSz" for="des" forName="Child2" refType="primFontSz" refFor="des" refForName="Parent9" op="lte"/>
              <dgm:constr type="primFontSz" for="des" forName="Child3" refType="primFontSz" refFor="des" refForName="Parent9" op="lte"/>
              <dgm:constr type="primFontSz" for="des" forName="Child4" refType="primFontSz" refFor="des" refForName="Parent9" op="lte"/>
              <dgm:constr type="primFontSz" for="des" forName="Child5" refType="primFontSz" refFor="des" refForName="Parent9" op="lte"/>
              <dgm:constr type="primFontSz" for="des" forName="Child6" refType="primFontSz" refFor="des" refForName="Parent9" op="lte"/>
              <dgm:constr type="primFontSz" for="des" forName="Child7" refType="primFontSz" refFor="des" refForName="Parent9" op="lte"/>
              <dgm:constr type="primFontSz" for="des" forName="Child8" refType="primFontSz" refFor="des" refForName="Parent9" op="lte"/>
              <dgm:constr type="primFontSz" for="des" forName="Child9" refType="primFontSz" refFor="des" refForName="Parent9" op="lte"/>
              <dgm:constr type="primFontSz" for="des" forName="Parent2" refType="primFontSz" refFor="des" refForName="Parent1" op="equ"/>
              <dgm:constr type="primFontSz" for="des" forName="Parent3" refType="primFontSz" refFor="des" refForName="Parent1" op="equ"/>
              <dgm:constr type="primFontSz" for="des" forName="Parent4" refType="primFontSz" refFor="des" refForName="Parent1" op="equ"/>
              <dgm:constr type="primFontSz" for="des" forName="Parent5" refType="primFontSz" refFor="des" refForName="Parent1" op="equ"/>
              <dgm:constr type="primFontSz" for="des" forName="Parent6" refType="primFontSz" refFor="des" refForName="Parent1" op="equ"/>
              <dgm:constr type="primFontSz" for="des" forName="Parent7" refType="primFontSz" refFor="des" refForName="Parent1" op="equ"/>
              <dgm:constr type="primFontSz" for="des" forName="Parent8" refType="primFontSz" refFor="des" refForName="Parent1" op="equ"/>
              <dgm:constr type="primFontSz" for="des" forName="Parent9" refType="primFontSz" refFor="des" refForName="Parent1" op="equ"/>
              <dgm:constr type="primFontSz" for="des" forName="Child2" refType="primFontSz" refFor="des" refForName="Child1" op="equ"/>
              <dgm:constr type="primFontSz" for="des" forName="Child3" refType="primFontSz" refFor="des" refForName="Child1" op="equ"/>
              <dgm:constr type="primFontSz" for="des" forName="Child4" refType="primFontSz" refFor="des" refForName="Child1" op="equ"/>
              <dgm:constr type="primFontSz" for="des" forName="Child5" refType="primFontSz" refFor="des" refForName="Child1" op="equ"/>
              <dgm:constr type="primFontSz" for="des" forName="Child6" refType="primFontSz" refFor="des" refForName="Child1" op="equ"/>
              <dgm:constr type="primFontSz" for="des" forName="Child7" refType="primFontSz" refFor="des" refForName="Child1" op="equ"/>
              <dgm:constr type="primFontSz" for="des" forName="Child8" refType="primFontSz" refFor="des" refForName="Child1" op="equ"/>
              <dgm:constr type="primFontSz" for="des" forName="Child9" refType="primFontSz" refFor="des" refForName="Child1" op="equ"/>
              <dgm:constr type="r" for="ch" forName="Parent9" refType="w" fact="0.0881"/>
              <dgm:constr type="t" for="ch" forName="Parent9" refType="h" fact="0.2022"/>
              <dgm:constr type="w" for="ch" forName="Parent9" refType="w" fact="0.0705"/>
              <dgm:constr type="h" for="ch" forName="Parent9" refType="h" fact="0.3799"/>
              <dgm:constr type="r" for="ch" forName="Parent8" refType="w" fact="0.1974"/>
              <dgm:constr type="t" for="ch" forName="Parent8" refType="h" fact="0.2022"/>
              <dgm:constr type="w" for="ch" forName="Parent8" refType="w" fact="0.0705"/>
              <dgm:constr type="h" for="ch" forName="Parent8" refType="h" fact="0.3799"/>
              <dgm:constr type="r" for="ch" forName="Parent7" refType="w" fact="0.3067"/>
              <dgm:constr type="t" for="ch" forName="Parent7" refType="h" fact="0.2022"/>
              <dgm:constr type="w" for="ch" forName="Parent7" refType="w" fact="0.0705"/>
              <dgm:constr type="h" for="ch" forName="Parent7" refType="h" fact="0.3799"/>
              <dgm:constr type="r" for="ch" forName="Parent6" refType="w" fact="0.416"/>
              <dgm:constr type="t" for="ch" forName="Parent6" refType="h" fact="0.2022"/>
              <dgm:constr type="w" for="ch" forName="Parent6" refType="w" fact="0.0705"/>
              <dgm:constr type="h" for="ch" forName="Parent6" refType="h" fact="0.3799"/>
              <dgm:constr type="r" for="ch" forName="Parent5" refType="w" fact="0.5253"/>
              <dgm:constr type="t" for="ch" forName="Parent5" refType="h" fact="0.2022"/>
              <dgm:constr type="w" for="ch" forName="Parent5" refType="w" fact="0.0705"/>
              <dgm:constr type="h" for="ch" forName="Parent5" refType="h" fact="0.3799"/>
              <dgm:constr type="r" for="ch" forName="Parent4" refType="w" fact="0.6346"/>
              <dgm:constr type="t" for="ch" forName="Parent4" refType="h" fact="0.2022"/>
              <dgm:constr type="w" for="ch" forName="Parent4" refType="w" fact="0.0705"/>
              <dgm:constr type="h" for="ch" forName="Parent4" refType="h" fact="0.3799"/>
              <dgm:constr type="r" for="ch" forName="Parent3" refType="w" fact="0.7439"/>
              <dgm:constr type="t" for="ch" forName="Parent3" refType="h" fact="0.2022"/>
              <dgm:constr type="w" for="ch" forName="Parent3" refType="w" fact="0.0705"/>
              <dgm:constr type="h" for="ch" forName="Parent3" refType="h" fact="0.3799"/>
              <dgm:constr type="r" for="ch" forName="Parent2" refType="w" fact="0.8532"/>
              <dgm:constr type="t" for="ch" forName="Parent2" refType="h" fact="0.2022"/>
              <dgm:constr type="w" for="ch" forName="Parent2" refType="w" fact="0.0705"/>
              <dgm:constr type="h" for="ch" forName="Parent2" refType="h" fact="0.3799"/>
              <dgm:constr type="r" for="ch" forName="Parent1" refType="w" fact="0.9625"/>
              <dgm:constr type="t" for="ch" forName="Parent1" refType="h" fact="0.2022"/>
              <dgm:constr type="w" for="ch" forName="Parent1" refType="w" fact="0.0705"/>
              <dgm:constr type="h" for="ch" forName="Parent1" refType="h" fact="0.3799"/>
              <dgm:constr type="r" for="ch" forName="Accent9" refType="w" fact="0.1058"/>
              <dgm:constr type="t" for="ch" forName="Accent9" refType="h" fact="0.1072"/>
              <dgm:constr type="w" for="ch" forName="Accent9" refType="w" fact="0.1058"/>
              <dgm:constr type="h" for="ch" forName="Accent9" refType="h" fact="0.5699"/>
              <dgm:constr type="r" for="ch" forName="ParentBackground9" refType="w" fact="0.1022"/>
              <dgm:constr type="t" for="ch" forName="ParentBackground9" refType="h" fact="0.1262"/>
              <dgm:constr type="w" for="ch" forName="ParentBackground9" refType="w" fact="0.0987"/>
              <dgm:constr type="h" for="ch" forName="ParentBackground9" refType="h" fact="0.5319"/>
              <dgm:constr type="r" for="ch" forName="Child9" refType="w" fact="0.1022"/>
              <dgm:constr type="t" for="ch" forName="Child9" refType="h" fact="0.6876"/>
              <dgm:constr type="w" for="ch" forName="Child9" refType="w" fact="0.0987"/>
              <dgm:constr type="h" for="ch" forName="Child9" refType="h" fact="0.3124"/>
              <dgm:constr type="r" for="ch" forName="Accent8" refType="w" fact="0.237"/>
              <dgm:constr type="t" for="ch" forName="Accent8" refType="h" fact="-0.0109"/>
              <dgm:constr type="w" for="ch" forName="Accent8" refType="w" fact="0.1496"/>
              <dgm:constr type="h" for="ch" forName="Accent8" refType="h" fact="0.806"/>
              <dgm:constr type="r" for="ch" forName="ParentBackground8" refType="w" fact="0.2115"/>
              <dgm:constr type="t" for="ch" forName="ParentBackground8" refType="h" fact="0.1262"/>
              <dgm:constr type="w" for="ch" forName="ParentBackground8" refType="w" fact="0.0987"/>
              <dgm:constr type="h" for="ch" forName="ParentBackground8" refType="h" fact="0.5319"/>
              <dgm:constr type="r" for="ch" forName="Child8" refType="w" fact="0.2115"/>
              <dgm:constr type="t" for="ch" forName="Child8" refType="h" fact="0.6876"/>
              <dgm:constr type="w" for="ch" forName="Child8" refType="w" fact="0.0987"/>
              <dgm:constr type="h" for="ch" forName="Child8" refType="h" fact="0.3124"/>
              <dgm:constr type="r" for="ch" forName="Accent7" refType="w" fact="0.3462"/>
              <dgm:constr type="t" for="ch" forName="Accent7" refType="h" fact="-0.0109"/>
              <dgm:constr type="w" for="ch" forName="Accent7" refType="w" fact="0.1496"/>
              <dgm:constr type="h" for="ch" forName="Accent7" refType="h" fact="0.806"/>
              <dgm:constr type="r" for="ch" forName="ParentBackground7" refType="w" fact="0.3208"/>
              <dgm:constr type="t" for="ch" forName="ParentBackground7" refType="h" fact="0.1262"/>
              <dgm:constr type="w" for="ch" forName="ParentBackground7" refType="w" fact="0.0987"/>
              <dgm:constr type="h" for="ch" forName="ParentBackground7" refType="h" fact="0.5319"/>
              <dgm:constr type="r" for="ch" forName="Child7" refType="w" fact="0.3208"/>
              <dgm:constr type="t" for="ch" forName="Child7" refType="h" fact="0.6876"/>
              <dgm:constr type="w" for="ch" forName="Child7" refType="w" fact="0.0987"/>
              <dgm:constr type="h" for="ch" forName="Child7" refType="h" fact="0.3124"/>
              <dgm:constr type="r" for="ch" forName="Accent6" refType="w" fact="0.4555"/>
              <dgm:constr type="t" for="ch" forName="Accent6" refType="h" fact="-0.0109"/>
              <dgm:constr type="w" for="ch" forName="Accent6" refType="w" fact="0.1496"/>
              <dgm:constr type="h" for="ch" forName="Accent6" refType="h" fact="0.806"/>
              <dgm:constr type="r" for="ch" forName="ParentBackground6" refType="w" fact="0.4301"/>
              <dgm:constr type="t" for="ch" forName="ParentBackground6" refType="h" fact="0.1262"/>
              <dgm:constr type="w" for="ch" forName="ParentBackground6" refType="w" fact="0.0987"/>
              <dgm:constr type="h" for="ch" forName="ParentBackground6" refType="h" fact="0.5319"/>
              <dgm:constr type="r" for="ch" forName="Child6" refType="w" fact="0.4301"/>
              <dgm:constr type="t" for="ch" forName="Child6" refType="h" fact="0.6876"/>
              <dgm:constr type="w" for="ch" forName="Child6" refType="w" fact="0.0987"/>
              <dgm:constr type="h" for="ch" forName="Child6" refType="h" fact="0.3124"/>
              <dgm:constr type="r" for="ch" forName="Accent5" refType="w" fact="0.5648"/>
              <dgm:constr type="t" for="ch" forName="Accent5" refType="h" fact="-0.0109"/>
              <dgm:constr type="w" for="ch" forName="Accent5" refType="w" fact="0.1496"/>
              <dgm:constr type="h" for="ch" forName="Accent5" refType="h" fact="0.806"/>
              <dgm:constr type="r" for="ch" forName="ParentBackground5" refType="w" fact="0.5394"/>
              <dgm:constr type="t" for="ch" forName="ParentBackground5" refType="h" fact="0.1262"/>
              <dgm:constr type="w" for="ch" forName="ParentBackground5" refType="w" fact="0.0987"/>
              <dgm:constr type="h" for="ch" forName="ParentBackground5" refType="h" fact="0.5319"/>
              <dgm:constr type="r" for="ch" forName="Child5" refType="w" fact="0.5394"/>
              <dgm:constr type="t" for="ch" forName="Child5" refType="h" fact="0.6876"/>
              <dgm:constr type="w" for="ch" forName="Child5" refType="w" fact="0.0987"/>
              <dgm:constr type="h" for="ch" forName="Child5" refType="h" fact="0.3124"/>
              <dgm:constr type="r" for="ch" forName="Accent4" refType="w" fact="0.6741"/>
              <dgm:constr type="t" for="ch" forName="Accent4" refType="h" fact="-0.0109"/>
              <dgm:constr type="w" for="ch" forName="Accent4" refType="w" fact="0.1496"/>
              <dgm:constr type="h" for="ch" forName="Accent4" refType="h" fact="0.806"/>
              <dgm:constr type="r" for="ch" forName="ParentBackground4" refType="w" fact="0.6487"/>
              <dgm:constr type="t" for="ch" forName="ParentBackground4" refType="h" fact="0.1262"/>
              <dgm:constr type="w" for="ch" forName="ParentBackground4" refType="w" fact="0.0987"/>
              <dgm:constr type="h" for="ch" forName="ParentBackground4" refType="h" fact="0.5319"/>
              <dgm:constr type="r" for="ch" forName="Child4" refType="w" fact="0.6487"/>
              <dgm:constr type="t" for="ch" forName="Child4" refType="h" fact="0.6876"/>
              <dgm:constr type="w" for="ch" forName="Child4" refType="w" fact="0.0987"/>
              <dgm:constr type="h" for="ch" forName="Child4" refType="h" fact="0.3124"/>
              <dgm:constr type="r" for="ch" forName="Accent3" refType="w" fact="0.7834"/>
              <dgm:constr type="t" for="ch" forName="Accent3" refType="h" fact="-0.0109"/>
              <dgm:constr type="w" for="ch" forName="Accent3" refType="w" fact="0.1496"/>
              <dgm:constr type="h" for="ch" forName="Accent3" refType="h" fact="0.806"/>
              <dgm:constr type="r" for="ch" forName="ParentBackground3" refType="w" fact="0.758"/>
              <dgm:constr type="t" for="ch" forName="ParentBackground3" refType="h" fact="0.1262"/>
              <dgm:constr type="w" for="ch" forName="ParentBackground3" refType="w" fact="0.0987"/>
              <dgm:constr type="h" for="ch" forName="ParentBackground3" refType="h" fact="0.5319"/>
              <dgm:constr type="r" for="ch" forName="Child3" refType="w" fact="0.758"/>
              <dgm:constr type="t" for="ch" forName="Child3" refType="h" fact="0.6876"/>
              <dgm:constr type="w" for="ch" forName="Child3" refType="w" fact="0.0987"/>
              <dgm:constr type="h" for="ch" forName="Child3" refType="h" fact="0.3124"/>
              <dgm:constr type="r" for="ch" forName="Accent2" refType="w" fact="0.8927"/>
              <dgm:constr type="t" for="ch" forName="Accent2" refType="h" fact="-0.0109"/>
              <dgm:constr type="w" for="ch" forName="Accent2" refType="w" fact="0.1496"/>
              <dgm:constr type="h" for="ch" forName="Accent2" refType="h" fact="0.806"/>
              <dgm:constr type="r" for="ch" forName="ParentBackground2" refType="w" fact="0.8673"/>
              <dgm:constr type="t" for="ch" forName="ParentBackground2" refType="h" fact="0.1262"/>
              <dgm:constr type="w" for="ch" forName="ParentBackground2" refType="w" fact="0.0987"/>
              <dgm:constr type="h" for="ch" forName="ParentBackground2" refType="h" fact="0.5319"/>
              <dgm:constr type="r" for="ch" forName="Child2" refType="w" fact="0.8673"/>
              <dgm:constr type="t" for="ch" forName="Child2" refType="h" fact="0.6876"/>
              <dgm:constr type="w" for="ch" forName="Child2" refType="w" fact="0.0987"/>
              <dgm:constr type="h" for="ch" forName="Child2" refType="h" fact="0.3124"/>
              <dgm:constr type="r" for="ch" forName="Accent1" refType="w" fact="1.002"/>
              <dgm:constr type="t" for="ch" forName="Accent1" refType="h" fact="-0.0109"/>
              <dgm:constr type="w" for="ch" forName="Accent1" refType="w" fact="0.1496"/>
              <dgm:constr type="h" for="ch" forName="Accent1" refType="h" fact="0.806"/>
              <dgm:constr type="r" for="ch" forName="ParentBackground1" refType="w" fact="0.9765"/>
              <dgm:constr type="t" for="ch" forName="ParentBackground1" refType="h" fact="0.1262"/>
              <dgm:constr type="w" for="ch" forName="ParentBackground1" refType="w" fact="0.0987"/>
              <dgm:constr type="h" for="ch" forName="ParentBackground1" refType="h" fact="0.5319"/>
              <dgm:constr type="r" for="ch" forName="Child1" refType="w" fact="0.9765"/>
              <dgm:constr type="t" for="ch" forName="Child1" refType="h" fact="0.6876"/>
              <dgm:constr type="w" for="ch" forName="Child1" refType="w" fact="0.0987"/>
              <dgm:constr type="h" for="ch" forName="Child1" refType="h" fact="0.3124"/>
            </dgm:constrLst>
          </dgm:if>
          <dgm:if name="Name26" axis="ch" ptType="node" func="cnt" op="equ" val="10">
            <dgm:alg type="composite">
              <dgm:param type="ar" val="5.9769"/>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4" refType="primFontSz" refFor="des" refForName="Parent1" op="lte"/>
              <dgm:constr type="primFontSz" for="des" forName="Child5" refType="primFontSz" refFor="des" refForName="Parent1" op="lte"/>
              <dgm:constr type="primFontSz" for="des" forName="Child6" refType="primFontSz" refFor="des" refForName="Parent1" op="lte"/>
              <dgm:constr type="primFontSz" for="des" forName="Child7" refType="primFontSz" refFor="des" refForName="Parent1" op="lte"/>
              <dgm:constr type="primFontSz" for="des" forName="Child8" refType="primFontSz" refFor="des" refForName="Parent1" op="lte"/>
              <dgm:constr type="primFontSz" for="des" forName="Child9" refType="primFontSz" refFor="des" refForName="Parent1" op="lte"/>
              <dgm:constr type="primFontSz" for="des" forName="Child10"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4" refType="primFontSz" refFor="des" refForName="Parent2" op="lte"/>
              <dgm:constr type="primFontSz" for="des" forName="Child5" refType="primFontSz" refFor="des" refForName="Parent2" op="lte"/>
              <dgm:constr type="primFontSz" for="des" forName="Child6" refType="primFontSz" refFor="des" refForName="Parent2" op="lte"/>
              <dgm:constr type="primFontSz" for="des" forName="Child7" refType="primFontSz" refFor="des" refForName="Parent2" op="lte"/>
              <dgm:constr type="primFontSz" for="des" forName="Child8" refType="primFontSz" refFor="des" refForName="Parent2" op="lte"/>
              <dgm:constr type="primFontSz" for="des" forName="Child9" refType="primFontSz" refFor="des" refForName="Parent2" op="lte"/>
              <dgm:constr type="primFontSz" for="des" forName="Child10"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Child4" refType="primFontSz" refFor="des" refForName="Parent3" op="lte"/>
              <dgm:constr type="primFontSz" for="des" forName="Child5" refType="primFontSz" refFor="des" refForName="Parent3" op="lte"/>
              <dgm:constr type="primFontSz" for="des" forName="Child6" refType="primFontSz" refFor="des" refForName="Parent3" op="lte"/>
              <dgm:constr type="primFontSz" for="des" forName="Child7" refType="primFontSz" refFor="des" refForName="Parent3" op="lte"/>
              <dgm:constr type="primFontSz" for="des" forName="Child8" refType="primFontSz" refFor="des" refForName="Parent3" op="lte"/>
              <dgm:constr type="primFontSz" for="des" forName="Child9" refType="primFontSz" refFor="des" refForName="Parent3" op="lte"/>
              <dgm:constr type="primFontSz" for="des" forName="Child10" refType="primFontSz" refFor="des" refForName="Parent3" op="lte"/>
              <dgm:constr type="primFontSz" for="des" forName="Child1" refType="primFontSz" refFor="des" refForName="Parent4" op="lte"/>
              <dgm:constr type="primFontSz" for="des" forName="Child2" refType="primFontSz" refFor="des" refForName="Parent4" op="lte"/>
              <dgm:constr type="primFontSz" for="des" forName="Child3" refType="primFontSz" refFor="des" refForName="Parent4" op="lte"/>
              <dgm:constr type="primFontSz" for="des" forName="Child4" refType="primFontSz" refFor="des" refForName="Parent4" op="lte"/>
              <dgm:constr type="primFontSz" for="des" forName="Child5" refType="primFontSz" refFor="des" refForName="Parent4" op="lte"/>
              <dgm:constr type="primFontSz" for="des" forName="Child6" refType="primFontSz" refFor="des" refForName="Parent4" op="lte"/>
              <dgm:constr type="primFontSz" for="des" forName="Child7" refType="primFontSz" refFor="des" refForName="Parent4" op="lte"/>
              <dgm:constr type="primFontSz" for="des" forName="Child8" refType="primFontSz" refFor="des" refForName="Parent4" op="lte"/>
              <dgm:constr type="primFontSz" for="des" forName="Child9" refType="primFontSz" refFor="des" refForName="Parent4" op="lte"/>
              <dgm:constr type="primFontSz" for="des" forName="Child10" refType="primFontSz" refFor="des" refForName="Parent4" op="lte"/>
              <dgm:constr type="primFontSz" for="des" forName="Child1" refType="primFontSz" refFor="des" refForName="Parent5" op="lte"/>
              <dgm:constr type="primFontSz" for="des" forName="Child2" refType="primFontSz" refFor="des" refForName="Parent5" op="lte"/>
              <dgm:constr type="primFontSz" for="des" forName="Child3" refType="primFontSz" refFor="des" refForName="Parent5" op="lte"/>
              <dgm:constr type="primFontSz" for="des" forName="Child4" refType="primFontSz" refFor="des" refForName="Parent5" op="lte"/>
              <dgm:constr type="primFontSz" for="des" forName="Child5" refType="primFontSz" refFor="des" refForName="Parent5" op="lte"/>
              <dgm:constr type="primFontSz" for="des" forName="Child6" refType="primFontSz" refFor="des" refForName="Parent5" op="lte"/>
              <dgm:constr type="primFontSz" for="des" forName="Child7" refType="primFontSz" refFor="des" refForName="Parent5" op="lte"/>
              <dgm:constr type="primFontSz" for="des" forName="Child8" refType="primFontSz" refFor="des" refForName="Parent5" op="lte"/>
              <dgm:constr type="primFontSz" for="des" forName="Child9" refType="primFontSz" refFor="des" refForName="Parent5" op="lte"/>
              <dgm:constr type="primFontSz" for="des" forName="Child10" refType="primFontSz" refFor="des" refForName="Parent5" op="lte"/>
              <dgm:constr type="primFontSz" for="des" forName="Child1" refType="primFontSz" refFor="des" refForName="Parent6" op="lte"/>
              <dgm:constr type="primFontSz" for="des" forName="Child2" refType="primFontSz" refFor="des" refForName="Parent6" op="lte"/>
              <dgm:constr type="primFontSz" for="des" forName="Child3" refType="primFontSz" refFor="des" refForName="Parent6" op="lte"/>
              <dgm:constr type="primFontSz" for="des" forName="Child4" refType="primFontSz" refFor="des" refForName="Parent6" op="lte"/>
              <dgm:constr type="primFontSz" for="des" forName="Child5" refType="primFontSz" refFor="des" refForName="Parent6" op="lte"/>
              <dgm:constr type="primFontSz" for="des" forName="Child6" refType="primFontSz" refFor="des" refForName="Parent6" op="lte"/>
              <dgm:constr type="primFontSz" for="des" forName="Child7" refType="primFontSz" refFor="des" refForName="Parent6" op="lte"/>
              <dgm:constr type="primFontSz" for="des" forName="Child8" refType="primFontSz" refFor="des" refForName="Parent6" op="lte"/>
              <dgm:constr type="primFontSz" for="des" forName="Child9" refType="primFontSz" refFor="des" refForName="Parent6" op="lte"/>
              <dgm:constr type="primFontSz" for="des" forName="Child10" refType="primFontSz" refFor="des" refForName="Parent7" op="lte"/>
              <dgm:constr type="primFontSz" for="des" forName="Child1" refType="primFontSz" refFor="des" refForName="Parent7" op="lte"/>
              <dgm:constr type="primFontSz" for="des" forName="Child2" refType="primFontSz" refFor="des" refForName="Parent7" op="lte"/>
              <dgm:constr type="primFontSz" for="des" forName="Child3" refType="primFontSz" refFor="des" refForName="Parent7" op="lte"/>
              <dgm:constr type="primFontSz" for="des" forName="Child4" refType="primFontSz" refFor="des" refForName="Parent7" op="lte"/>
              <dgm:constr type="primFontSz" for="des" forName="Child5" refType="primFontSz" refFor="des" refForName="Parent7" op="lte"/>
              <dgm:constr type="primFontSz" for="des" forName="Child6" refType="primFontSz" refFor="des" refForName="Parent7" op="lte"/>
              <dgm:constr type="primFontSz" for="des" forName="Child7" refType="primFontSz" refFor="des" refForName="Parent7" op="lte"/>
              <dgm:constr type="primFontSz" for="des" forName="Child8" refType="primFontSz" refFor="des" refForName="Parent7" op="lte"/>
              <dgm:constr type="primFontSz" for="des" forName="Child9" refType="primFontSz" refFor="des" refForName="Parent7" op="lte"/>
              <dgm:constr type="primFontSz" for="des" forName="Child10" refType="primFontSz" refFor="des" refForName="Parent7" op="lte"/>
              <dgm:constr type="primFontSz" for="des" forName="Child1" refType="primFontSz" refFor="des" refForName="Parent8" op="lte"/>
              <dgm:constr type="primFontSz" for="des" forName="Child2" refType="primFontSz" refFor="des" refForName="Parent8" op="lte"/>
              <dgm:constr type="primFontSz" for="des" forName="Child3" refType="primFontSz" refFor="des" refForName="Parent8" op="lte"/>
              <dgm:constr type="primFontSz" for="des" forName="Child4" refType="primFontSz" refFor="des" refForName="Parent8" op="lte"/>
              <dgm:constr type="primFontSz" for="des" forName="Child5" refType="primFontSz" refFor="des" refForName="Parent8" op="lte"/>
              <dgm:constr type="primFontSz" for="des" forName="Child6" refType="primFontSz" refFor="des" refForName="Parent8" op="lte"/>
              <dgm:constr type="primFontSz" for="des" forName="Child7" refType="primFontSz" refFor="des" refForName="Parent8" op="lte"/>
              <dgm:constr type="primFontSz" for="des" forName="Child8" refType="primFontSz" refFor="des" refForName="Parent8" op="lte"/>
              <dgm:constr type="primFontSz" for="des" forName="Child9" refType="primFontSz" refFor="des" refForName="Parent8" op="lte"/>
              <dgm:constr type="primFontSz" for="des" forName="Child10" refType="primFontSz" refFor="des" refForName="Parent8" op="lte"/>
              <dgm:constr type="primFontSz" for="des" forName="Child1" refType="primFontSz" refFor="des" refForName="Parent9" op="lte"/>
              <dgm:constr type="primFontSz" for="des" forName="Child2" refType="primFontSz" refFor="des" refForName="Parent9" op="lte"/>
              <dgm:constr type="primFontSz" for="des" forName="Child3" refType="primFontSz" refFor="des" refForName="Parent9" op="lte"/>
              <dgm:constr type="primFontSz" for="des" forName="Child4" refType="primFontSz" refFor="des" refForName="Parent9" op="lte"/>
              <dgm:constr type="primFontSz" for="des" forName="Child5" refType="primFontSz" refFor="des" refForName="Parent9" op="lte"/>
              <dgm:constr type="primFontSz" for="des" forName="Child6" refType="primFontSz" refFor="des" refForName="Parent9" op="lte"/>
              <dgm:constr type="primFontSz" for="des" forName="Child7" refType="primFontSz" refFor="des" refForName="Parent9" op="lte"/>
              <dgm:constr type="primFontSz" for="des" forName="Child8" refType="primFontSz" refFor="des" refForName="Parent9" op="lte"/>
              <dgm:constr type="primFontSz" for="des" forName="Child9" refType="primFontSz" refFor="des" refForName="Parent9" op="lte"/>
              <dgm:constr type="primFontSz" for="des" forName="Child10" refType="primFontSz" refFor="des" refForName="Parent9" op="lte"/>
              <dgm:constr type="primFontSz" for="des" forName="Child1" refType="primFontSz" refFor="des" refForName="Parent10" op="lte"/>
              <dgm:constr type="primFontSz" for="des" forName="Child2" refType="primFontSz" refFor="des" refForName="Parent10" op="lte"/>
              <dgm:constr type="primFontSz" for="des" forName="Child3" refType="primFontSz" refFor="des" refForName="Parent10" op="lte"/>
              <dgm:constr type="primFontSz" for="des" forName="Child4" refType="primFontSz" refFor="des" refForName="Parent10" op="lte"/>
              <dgm:constr type="primFontSz" for="des" forName="Child5" refType="primFontSz" refFor="des" refForName="Parent10" op="lte"/>
              <dgm:constr type="primFontSz" for="des" forName="Child6" refType="primFontSz" refFor="des" refForName="Parent10" op="lte"/>
              <dgm:constr type="primFontSz" for="des" forName="Child7" refType="primFontSz" refFor="des" refForName="Parent10" op="lte"/>
              <dgm:constr type="primFontSz" for="des" forName="Child8" refType="primFontSz" refFor="des" refForName="Parent10" op="lte"/>
              <dgm:constr type="primFontSz" for="des" forName="Child9" refType="primFontSz" refFor="des" refForName="Parent10" op="lte"/>
              <dgm:constr type="primFontSz" for="des" forName="Child10" refType="primFontSz" refFor="des" refForName="Parent10" op="lte"/>
              <dgm:constr type="primFontSz" for="des" forName="Parent2" refType="primFontSz" refFor="des" refForName="Parent1" op="equ"/>
              <dgm:constr type="primFontSz" for="des" forName="Parent3" refType="primFontSz" refFor="des" refForName="Parent1" op="equ"/>
              <dgm:constr type="primFontSz" for="des" forName="Parent4" refType="primFontSz" refFor="des" refForName="Parent1" op="equ"/>
              <dgm:constr type="primFontSz" for="des" forName="Parent5" refType="primFontSz" refFor="des" refForName="Parent1" op="equ"/>
              <dgm:constr type="primFontSz" for="des" forName="Parent6" refType="primFontSz" refFor="des" refForName="Parent1" op="equ"/>
              <dgm:constr type="primFontSz" for="des" forName="Parent7" refType="primFontSz" refFor="des" refForName="Parent1" op="equ"/>
              <dgm:constr type="primFontSz" for="des" forName="Parent8" refType="primFontSz" refFor="des" refForName="Parent1" op="equ"/>
              <dgm:constr type="primFontSz" for="des" forName="Parent9" refType="primFontSz" refFor="des" refForName="Parent1" op="equ"/>
              <dgm:constr type="primFontSz" for="des" forName="Parent10" refType="primFontSz" refFor="des" refForName="Parent1" op="equ"/>
              <dgm:constr type="primFontSz" for="des" forName="Child2" refType="primFontSz" refFor="des" refForName="Child1" op="equ"/>
              <dgm:constr type="primFontSz" for="des" forName="Child3" refType="primFontSz" refFor="des" refForName="Child1" op="equ"/>
              <dgm:constr type="primFontSz" for="des" forName="Child4" refType="primFontSz" refFor="des" refForName="Child1" op="equ"/>
              <dgm:constr type="primFontSz" for="des" forName="Child5" refType="primFontSz" refFor="des" refForName="Child1" op="equ"/>
              <dgm:constr type="primFontSz" for="des" forName="Child6" refType="primFontSz" refFor="des" refForName="Child1" op="equ"/>
              <dgm:constr type="primFontSz" for="des" forName="Child7" refType="primFontSz" refFor="des" refForName="Child1" op="equ"/>
              <dgm:constr type="primFontSz" for="des" forName="Child8" refType="primFontSz" refFor="des" refForName="Child1" op="equ"/>
              <dgm:constr type="primFontSz" for="des" forName="Child9" refType="primFontSz" refFor="des" refForName="Child1" op="equ"/>
              <dgm:constr type="primFontSz" for="des" forName="Child10" refType="primFontSz" refFor="des" refForName="Child1" op="equ"/>
              <dgm:constr type="r" for="ch" forName="Parent10" refType="w" fact="0.0795"/>
              <dgm:constr type="t" for="ch" forName="Parent10" refType="h" fact="0.2022"/>
              <dgm:constr type="w" for="ch" forName="Parent10" refType="w" fact="0.0636"/>
              <dgm:constr type="h" for="ch" forName="Parent10" refType="h" fact="0.3799"/>
              <dgm:constr type="r" for="ch" forName="Parent9" refType="w" fact="0.178"/>
              <dgm:constr type="t" for="ch" forName="Parent9" refType="h" fact="0.2022"/>
              <dgm:constr type="w" for="ch" forName="Parent9" refType="w" fact="0.0636"/>
              <dgm:constr type="h" for="ch" forName="Parent9" refType="h" fact="0.3799"/>
              <dgm:constr type="r" for="ch" forName="Parent8" refType="w" fact="0.2765"/>
              <dgm:constr type="t" for="ch" forName="Parent8" refType="h" fact="0.2022"/>
              <dgm:constr type="w" for="ch" forName="Parent8" refType="w" fact="0.0636"/>
              <dgm:constr type="h" for="ch" forName="Parent8" refType="h" fact="0.3799"/>
              <dgm:constr type="r" for="ch" forName="Parent7" refType="w" fact="0.375"/>
              <dgm:constr type="t" for="ch" forName="Parent7" refType="h" fact="0.2022"/>
              <dgm:constr type="w" for="ch" forName="Parent7" refType="w" fact="0.0636"/>
              <dgm:constr type="h" for="ch" forName="Parent7" refType="h" fact="0.3799"/>
              <dgm:constr type="r" for="ch" forName="Parent6" refType="w" fact="0.4736"/>
              <dgm:constr type="t" for="ch" forName="Parent6" refType="h" fact="0.2022"/>
              <dgm:constr type="w" for="ch" forName="Parent6" refType="w" fact="0.0636"/>
              <dgm:constr type="h" for="ch" forName="Parent6" refType="h" fact="0.3799"/>
              <dgm:constr type="r" for="ch" forName="Parent5" refType="w" fact="0.5721"/>
              <dgm:constr type="t" for="ch" forName="Parent5" refType="h" fact="0.2022"/>
              <dgm:constr type="w" for="ch" forName="Parent5" refType="w" fact="0.0636"/>
              <dgm:constr type="h" for="ch" forName="Parent5" refType="h" fact="0.3799"/>
              <dgm:constr type="r" for="ch" forName="Parent4" refType="w" fact="0.6706"/>
              <dgm:constr type="t" for="ch" forName="Parent4" refType="h" fact="0.2022"/>
              <dgm:constr type="w" for="ch" forName="Parent4" refType="w" fact="0.0636"/>
              <dgm:constr type="h" for="ch" forName="Parent4" refType="h" fact="0.3799"/>
              <dgm:constr type="r" for="ch" forName="Parent3" refType="w" fact="0.7691"/>
              <dgm:constr type="t" for="ch" forName="Parent3" refType="h" fact="0.2022"/>
              <dgm:constr type="w" for="ch" forName="Parent3" refType="w" fact="0.0636"/>
              <dgm:constr type="h" for="ch" forName="Parent3" refType="h" fact="0.3799"/>
              <dgm:constr type="r" for="ch" forName="Parent2" refType="w" fact="0.8676"/>
              <dgm:constr type="t" for="ch" forName="Parent2" refType="h" fact="0.2022"/>
              <dgm:constr type="w" for="ch" forName="Parent2" refType="w" fact="0.0636"/>
              <dgm:constr type="h" for="ch" forName="Parent2" refType="h" fact="0.3799"/>
              <dgm:constr type="r" for="ch" forName="Parent1" refType="w" fact="0.9662"/>
              <dgm:constr type="t" for="ch" forName="Parent1" refType="h" fact="0.2022"/>
              <dgm:constr type="w" for="ch" forName="Parent1" refType="w" fact="0.0636"/>
              <dgm:constr type="h" for="ch" forName="Parent1" refType="h" fact="0.3799"/>
              <dgm:constr type="r" for="ch" forName="Accent10" refType="w" fact="0.0953"/>
              <dgm:constr type="t" for="ch" forName="Accent10" refType="h" fact="0.1072"/>
              <dgm:constr type="w" for="ch" forName="Accent10" refType="w" fact="0.0953"/>
              <dgm:constr type="h" for="ch" forName="Accent10" refType="h" fact="0.5699"/>
              <dgm:constr type="r" for="ch" forName="ParentBackground10" refType="w" fact="0.0922"/>
              <dgm:constr type="t" for="ch" forName="ParentBackground10" refType="h" fact="0.1262"/>
              <dgm:constr type="w" for="ch" forName="ParentBackground10" refType="w" fact="0.089"/>
              <dgm:constr type="h" for="ch" forName="ParentBackground10" refType="h" fact="0.5319"/>
              <dgm:constr type="r" for="ch" forName="Child10" refType="w" fact="0.0922"/>
              <dgm:constr type="t" for="ch" forName="Child10" refType="h" fact="0.6876"/>
              <dgm:constr type="w" for="ch" forName="Child10" refType="w" fact="0.089"/>
              <dgm:constr type="h" for="ch" forName="Child10" refType="h" fact="0.3124"/>
              <dgm:constr type="r" for="ch" forName="Accent9" refType="w" fact="0.2136"/>
              <dgm:constr type="t" for="ch" forName="Accent9" refType="h" fact="-0.0109"/>
              <dgm:constr type="w" for="ch" forName="Accent9" refType="w" fact="0.1348"/>
              <dgm:constr type="h" for="ch" forName="Accent9" refType="h" fact="0.806"/>
              <dgm:constr type="r" for="ch" forName="ParentBackground9" refType="w" fact="0.1907"/>
              <dgm:constr type="t" for="ch" forName="ParentBackground9" refType="h" fact="0.1262"/>
              <dgm:constr type="w" for="ch" forName="ParentBackground9" refType="w" fact="0.089"/>
              <dgm:constr type="h" for="ch" forName="ParentBackground9" refType="h" fact="0.5319"/>
              <dgm:constr type="r" for="ch" forName="Child9" refType="w" fact="0.1907"/>
              <dgm:constr type="t" for="ch" forName="Child9" refType="h" fact="0.6876"/>
              <dgm:constr type="w" for="ch" forName="Child9" refType="w" fact="0.089"/>
              <dgm:constr type="h" for="ch" forName="Child9" refType="h" fact="0.3124"/>
              <dgm:constr type="r" for="ch" forName="Accent8" refType="w" fact="0.3121"/>
              <dgm:constr type="t" for="ch" forName="Accent8" refType="h" fact="-0.0109"/>
              <dgm:constr type="w" for="ch" forName="Accent8" refType="w" fact="0.1348"/>
              <dgm:constr type="h" for="ch" forName="Accent8" refType="h" fact="0.806"/>
              <dgm:constr type="r" for="ch" forName="ParentBackground8" refType="w" fact="0.2892"/>
              <dgm:constr type="t" for="ch" forName="ParentBackground8" refType="h" fact="0.1262"/>
              <dgm:constr type="w" for="ch" forName="ParentBackground8" refType="w" fact="0.089"/>
              <dgm:constr type="h" for="ch" forName="ParentBackground8" refType="h" fact="0.5319"/>
              <dgm:constr type="r" for="ch" forName="Child8" refType="w" fact="0.2892"/>
              <dgm:constr type="t" for="ch" forName="Child8" refType="h" fact="0.6876"/>
              <dgm:constr type="w" for="ch" forName="Child8" refType="w" fact="0.089"/>
              <dgm:constr type="h" for="ch" forName="Child8" refType="h" fact="0.3124"/>
              <dgm:constr type="r" for="ch" forName="Accent7" refType="w" fact="0.4107"/>
              <dgm:constr type="t" for="ch" forName="Accent7" refType="h" fact="-0.0109"/>
              <dgm:constr type="w" for="ch" forName="Accent7" refType="w" fact="0.1348"/>
              <dgm:constr type="h" for="ch" forName="Accent7" refType="h" fact="0.806"/>
              <dgm:constr type="r" for="ch" forName="ParentBackground7" refType="w" fact="0.3877"/>
              <dgm:constr type="t" for="ch" forName="ParentBackground7" refType="h" fact="0.1262"/>
              <dgm:constr type="w" for="ch" forName="ParentBackground7" refType="w" fact="0.089"/>
              <dgm:constr type="h" for="ch" forName="ParentBackground7" refType="h" fact="0.5319"/>
              <dgm:constr type="r" for="ch" forName="Child7" refType="w" fact="0.3877"/>
              <dgm:constr type="t" for="ch" forName="Child7" refType="h" fact="0.6876"/>
              <dgm:constr type="w" for="ch" forName="Child7" refType="w" fact="0.089"/>
              <dgm:constr type="h" for="ch" forName="Child7" refType="h" fact="0.3124"/>
              <dgm:constr type="r" for="ch" forName="Accent6" refType="w" fact="0.5092"/>
              <dgm:constr type="t" for="ch" forName="Accent6" refType="h" fact="-0.0109"/>
              <dgm:constr type="w" for="ch" forName="Accent6" refType="w" fact="0.1348"/>
              <dgm:constr type="h" for="ch" forName="Accent6" refType="h" fact="0.806"/>
              <dgm:constr type="r" for="ch" forName="ParentBackground6" refType="w" fact="0.4863"/>
              <dgm:constr type="t" for="ch" forName="ParentBackground6" refType="h" fact="0.1262"/>
              <dgm:constr type="w" for="ch" forName="ParentBackground6" refType="w" fact="0.089"/>
              <dgm:constr type="h" for="ch" forName="ParentBackground6" refType="h" fact="0.5319"/>
              <dgm:constr type="r" for="ch" forName="Child6" refType="w" fact="0.4863"/>
              <dgm:constr type="t" for="ch" forName="Child6" refType="h" fact="0.6876"/>
              <dgm:constr type="w" for="ch" forName="Child6" refType="w" fact="0.089"/>
              <dgm:constr type="h" for="ch" forName="Child6" refType="h" fact="0.3124"/>
              <dgm:constr type="r" for="ch" forName="Accent5" refType="w" fact="0.6077"/>
              <dgm:constr type="t" for="ch" forName="Accent5" refType="h" fact="-0.0109"/>
              <dgm:constr type="w" for="ch" forName="Accent5" refType="w" fact="0.1348"/>
              <dgm:constr type="h" for="ch" forName="Accent5" refType="h" fact="0.806"/>
              <dgm:constr type="r" for="ch" forName="ParentBackground5" refType="w" fact="0.5848"/>
              <dgm:constr type="t" for="ch" forName="ParentBackground5" refType="h" fact="0.1262"/>
              <dgm:constr type="w" for="ch" forName="ParentBackground5" refType="w" fact="0.089"/>
              <dgm:constr type="h" for="ch" forName="ParentBackground5" refType="h" fact="0.5319"/>
              <dgm:constr type="r" for="ch" forName="Child5" refType="w" fact="0.5848"/>
              <dgm:constr type="t" for="ch" forName="Child5" refType="h" fact="0.6876"/>
              <dgm:constr type="w" for="ch" forName="Child5" refType="w" fact="0.089"/>
              <dgm:constr type="h" for="ch" forName="Child5" refType="h" fact="0.3124"/>
              <dgm:constr type="r" for="ch" forName="Accent4" refType="w" fact="0.7062"/>
              <dgm:constr type="t" for="ch" forName="Accent4" refType="h" fact="-0.0109"/>
              <dgm:constr type="w" for="ch" forName="Accent4" refType="w" fact="0.1348"/>
              <dgm:constr type="h" for="ch" forName="Accent4" refType="h" fact="0.806"/>
              <dgm:constr type="r" for="ch" forName="ParentBackground4" refType="w" fact="0.6833"/>
              <dgm:constr type="t" for="ch" forName="ParentBackground4" refType="h" fact="0.1262"/>
              <dgm:constr type="w" for="ch" forName="ParentBackground4" refType="w" fact="0.089"/>
              <dgm:constr type="h" for="ch" forName="ParentBackground4" refType="h" fact="0.5319"/>
              <dgm:constr type="r" for="ch" forName="Child4" refType="w" fact="0.6833"/>
              <dgm:constr type="t" for="ch" forName="Child4" refType="h" fact="0.6876"/>
              <dgm:constr type="w" for="ch" forName="Child4" refType="w" fact="0.089"/>
              <dgm:constr type="h" for="ch" forName="Child4" refType="h" fact="0.3124"/>
              <dgm:constr type="r" for="ch" forName="Accent3" refType="w" fact="0.8048"/>
              <dgm:constr type="t" for="ch" forName="Accent3" refType="h" fact="-0.0109"/>
              <dgm:constr type="w" for="ch" forName="Accent3" refType="w" fact="0.1348"/>
              <dgm:constr type="h" for="ch" forName="Accent3" refType="h" fact="0.806"/>
              <dgm:constr type="r" for="ch" forName="ParentBackground3" refType="w" fact="0.7818"/>
              <dgm:constr type="t" for="ch" forName="ParentBackground3" refType="h" fact="0.1262"/>
              <dgm:constr type="w" for="ch" forName="ParentBackground3" refType="w" fact="0.089"/>
              <dgm:constr type="h" for="ch" forName="ParentBackground3" refType="h" fact="0.5319"/>
              <dgm:constr type="r" for="ch" forName="Child3" refType="w" fact="0.7818"/>
              <dgm:constr type="t" for="ch" forName="Child3" refType="h" fact="0.6876"/>
              <dgm:constr type="w" for="ch" forName="Child3" refType="w" fact="0.089"/>
              <dgm:constr type="h" for="ch" forName="Child3" refType="h" fact="0.3124"/>
              <dgm:constr type="r" for="ch" forName="Accent2" refType="w" fact="0.9033"/>
              <dgm:constr type="t" for="ch" forName="Accent2" refType="h" fact="-0.0109"/>
              <dgm:constr type="w" for="ch" forName="Accent2" refType="w" fact="0.1348"/>
              <dgm:constr type="h" for="ch" forName="Accent2" refType="h" fact="0.806"/>
              <dgm:constr type="r" for="ch" forName="ParentBackground2" refType="w" fact="0.8804"/>
              <dgm:constr type="t" for="ch" forName="ParentBackground2" refType="h" fact="0.1262"/>
              <dgm:constr type="w" for="ch" forName="ParentBackground2" refType="w" fact="0.089"/>
              <dgm:constr type="h" for="ch" forName="ParentBackground2" refType="h" fact="0.5319"/>
              <dgm:constr type="r" for="ch" forName="Child2" refType="w" fact="0.8804"/>
              <dgm:constr type="t" for="ch" forName="Child2" refType="h" fact="0.6876"/>
              <dgm:constr type="w" for="ch" forName="Child2" refType="w" fact="0.089"/>
              <dgm:constr type="h" for="ch" forName="Child2" refType="h" fact="0.3124"/>
              <dgm:constr type="r" for="ch" forName="Accent1" refType="w" fact="1.0018"/>
              <dgm:constr type="t" for="ch" forName="Accent1" refType="h" fact="-0.0109"/>
              <dgm:constr type="w" for="ch" forName="Accent1" refType="w" fact="0.1348"/>
              <dgm:constr type="h" for="ch" forName="Accent1" refType="h" fact="0.806"/>
              <dgm:constr type="r" for="ch" forName="ParentBackground1" refType="w" fact="0.9789"/>
              <dgm:constr type="t" for="ch" forName="ParentBackground1" refType="h" fact="0.1262"/>
              <dgm:constr type="w" for="ch" forName="ParentBackground1" refType="w" fact="0.089"/>
              <dgm:constr type="h" for="ch" forName="ParentBackground1" refType="h" fact="0.5319"/>
              <dgm:constr type="r" for="ch" forName="Child1" refType="w" fact="0.9789"/>
              <dgm:constr type="t" for="ch" forName="Child1" refType="h" fact="0.6876"/>
              <dgm:constr type="w" for="ch" forName="Child1" refType="w" fact="0.089"/>
              <dgm:constr type="h" for="ch" forName="Child1" refType="h" fact="0.3124"/>
            </dgm:constrLst>
          </dgm:if>
          <dgm:else name="Name27">
            <dgm:alg type="composite">
              <dgm:param type="ar" val="6.5658"/>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4" refType="primFontSz" refFor="des" refForName="Parent1" op="lte"/>
              <dgm:constr type="primFontSz" for="des" forName="Child5" refType="primFontSz" refFor="des" refForName="Parent1" op="lte"/>
              <dgm:constr type="primFontSz" for="des" forName="Child6" refType="primFontSz" refFor="des" refForName="Parent1" op="lte"/>
              <dgm:constr type="primFontSz" for="des" forName="Child7" refType="primFontSz" refFor="des" refForName="Parent1" op="lte"/>
              <dgm:constr type="primFontSz" for="des" forName="Child8" refType="primFontSz" refFor="des" refForName="Parent1" op="lte"/>
              <dgm:constr type="primFontSz" for="des" forName="Child9" refType="primFontSz" refFor="des" refForName="Parent1" op="lte"/>
              <dgm:constr type="primFontSz" for="des" forName="Child10" refType="primFontSz" refFor="des" refForName="Parent1" op="lte"/>
              <dgm:constr type="primFontSz" for="des" forName="Child11"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4" refType="primFontSz" refFor="des" refForName="Parent2" op="lte"/>
              <dgm:constr type="primFontSz" for="des" forName="Child5" refType="primFontSz" refFor="des" refForName="Parent2" op="lte"/>
              <dgm:constr type="primFontSz" for="des" forName="Child6" refType="primFontSz" refFor="des" refForName="Parent2" op="lte"/>
              <dgm:constr type="primFontSz" for="des" forName="Child7" refType="primFontSz" refFor="des" refForName="Parent2" op="lte"/>
              <dgm:constr type="primFontSz" for="des" forName="Child8" refType="primFontSz" refFor="des" refForName="Parent2" op="lte"/>
              <dgm:constr type="primFontSz" for="des" forName="Child9" refType="primFontSz" refFor="des" refForName="Parent2" op="lte"/>
              <dgm:constr type="primFontSz" for="des" forName="Child10" refType="primFontSz" refFor="des" refForName="Parent2" op="lte"/>
              <dgm:constr type="primFontSz" for="des" forName="Child11"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Child4" refType="primFontSz" refFor="des" refForName="Parent3" op="lte"/>
              <dgm:constr type="primFontSz" for="des" forName="Child5" refType="primFontSz" refFor="des" refForName="Parent3" op="lte"/>
              <dgm:constr type="primFontSz" for="des" forName="Child6" refType="primFontSz" refFor="des" refForName="Parent3" op="lte"/>
              <dgm:constr type="primFontSz" for="des" forName="Child7" refType="primFontSz" refFor="des" refForName="Parent3" op="lte"/>
              <dgm:constr type="primFontSz" for="des" forName="Child8" refType="primFontSz" refFor="des" refForName="Parent3" op="lte"/>
              <dgm:constr type="primFontSz" for="des" forName="Child9" refType="primFontSz" refFor="des" refForName="Parent3" op="lte"/>
              <dgm:constr type="primFontSz" for="des" forName="Child10" refType="primFontSz" refFor="des" refForName="Parent3" op="lte"/>
              <dgm:constr type="primFontSz" for="des" forName="Child11" refType="primFontSz" refFor="des" refForName="Parent3" op="lte"/>
              <dgm:constr type="primFontSz" for="des" forName="Child1" refType="primFontSz" refFor="des" refForName="Parent4" op="lte"/>
              <dgm:constr type="primFontSz" for="des" forName="Child2" refType="primFontSz" refFor="des" refForName="Parent4" op="lte"/>
              <dgm:constr type="primFontSz" for="des" forName="Child3" refType="primFontSz" refFor="des" refForName="Parent4" op="lte"/>
              <dgm:constr type="primFontSz" for="des" forName="Child4" refType="primFontSz" refFor="des" refForName="Parent4" op="lte"/>
              <dgm:constr type="primFontSz" for="des" forName="Child5" refType="primFontSz" refFor="des" refForName="Parent4" op="lte"/>
              <dgm:constr type="primFontSz" for="des" forName="Child6" refType="primFontSz" refFor="des" refForName="Parent4" op="lte"/>
              <dgm:constr type="primFontSz" for="des" forName="Child7" refType="primFontSz" refFor="des" refForName="Parent4" op="lte"/>
              <dgm:constr type="primFontSz" for="des" forName="Child8" refType="primFontSz" refFor="des" refForName="Parent4" op="lte"/>
              <dgm:constr type="primFontSz" for="des" forName="Child9" refType="primFontSz" refFor="des" refForName="Parent4" op="lte"/>
              <dgm:constr type="primFontSz" for="des" forName="Child10" refType="primFontSz" refFor="des" refForName="Parent4" op="lte"/>
              <dgm:constr type="primFontSz" for="des" forName="Child11" refType="primFontSz" refFor="des" refForName="Parent4" op="lte"/>
              <dgm:constr type="primFontSz" for="des" forName="Child1" refType="primFontSz" refFor="des" refForName="Parent5" op="lte"/>
              <dgm:constr type="primFontSz" for="des" forName="Child2" refType="primFontSz" refFor="des" refForName="Parent5" op="lte"/>
              <dgm:constr type="primFontSz" for="des" forName="Child3" refType="primFontSz" refFor="des" refForName="Parent5" op="lte"/>
              <dgm:constr type="primFontSz" for="des" forName="Child4" refType="primFontSz" refFor="des" refForName="Parent5" op="lte"/>
              <dgm:constr type="primFontSz" for="des" forName="Child5" refType="primFontSz" refFor="des" refForName="Parent5" op="lte"/>
              <dgm:constr type="primFontSz" for="des" forName="Child6" refType="primFontSz" refFor="des" refForName="Parent5" op="lte"/>
              <dgm:constr type="primFontSz" for="des" forName="Child7" refType="primFontSz" refFor="des" refForName="Parent5" op="lte"/>
              <dgm:constr type="primFontSz" for="des" forName="Child8" refType="primFontSz" refFor="des" refForName="Parent5" op="lte"/>
              <dgm:constr type="primFontSz" for="des" forName="Child9" refType="primFontSz" refFor="des" refForName="Parent5" op="lte"/>
              <dgm:constr type="primFontSz" for="des" forName="Child10" refType="primFontSz" refFor="des" refForName="Parent5" op="lte"/>
              <dgm:constr type="primFontSz" for="des" forName="Child11" refType="primFontSz" refFor="des" refForName="Parent5" op="lte"/>
              <dgm:constr type="primFontSz" for="des" forName="Child1" refType="primFontSz" refFor="des" refForName="Parent6" op="lte"/>
              <dgm:constr type="primFontSz" for="des" forName="Child2" refType="primFontSz" refFor="des" refForName="Parent6" op="lte"/>
              <dgm:constr type="primFontSz" for="des" forName="Child3" refType="primFontSz" refFor="des" refForName="Parent6" op="lte"/>
              <dgm:constr type="primFontSz" for="des" forName="Child4" refType="primFontSz" refFor="des" refForName="Parent6" op="lte"/>
              <dgm:constr type="primFontSz" for="des" forName="Child5" refType="primFontSz" refFor="des" refForName="Parent6" op="lte"/>
              <dgm:constr type="primFontSz" for="des" forName="Child6" refType="primFontSz" refFor="des" refForName="Parent6" op="lte"/>
              <dgm:constr type="primFontSz" for="des" forName="Child7" refType="primFontSz" refFor="des" refForName="Parent6" op="lte"/>
              <dgm:constr type="primFontSz" for="des" forName="Child8" refType="primFontSz" refFor="des" refForName="Parent6" op="lte"/>
              <dgm:constr type="primFontSz" for="des" forName="Child9" refType="primFontSz" refFor="des" refForName="Parent6" op="lte"/>
              <dgm:constr type="primFontSz" for="des" forName="Child10" refType="primFontSz" refFor="des" refForName="Parent6" op="lte"/>
              <dgm:constr type="primFontSz" for="des" forName="Child11" refType="primFontSz" refFor="des" refForName="Parent6" op="lte"/>
              <dgm:constr type="primFontSz" for="des" forName="Child1" refType="primFontSz" refFor="des" refForName="Parent7" op="lte"/>
              <dgm:constr type="primFontSz" for="des" forName="Child2" refType="primFontSz" refFor="des" refForName="Parent7" op="lte"/>
              <dgm:constr type="primFontSz" for="des" forName="Child3" refType="primFontSz" refFor="des" refForName="Parent7" op="lte"/>
              <dgm:constr type="primFontSz" for="des" forName="Child4" refType="primFontSz" refFor="des" refForName="Parent7" op="lte"/>
              <dgm:constr type="primFontSz" for="des" forName="Child5" refType="primFontSz" refFor="des" refForName="Parent7" op="lte"/>
              <dgm:constr type="primFontSz" for="des" forName="Child6" refType="primFontSz" refFor="des" refForName="Parent7" op="lte"/>
              <dgm:constr type="primFontSz" for="des" forName="Child7" refType="primFontSz" refFor="des" refForName="Parent7" op="lte"/>
              <dgm:constr type="primFontSz" for="des" forName="Child8" refType="primFontSz" refFor="des" refForName="Parent7" op="lte"/>
              <dgm:constr type="primFontSz" for="des" forName="Child9" refType="primFontSz" refFor="des" refForName="Parent7" op="lte"/>
              <dgm:constr type="primFontSz" for="des" forName="Child10" refType="primFontSz" refFor="des" refForName="Parent7" op="lte"/>
              <dgm:constr type="primFontSz" for="des" forName="Child11" refType="primFontSz" refFor="des" refForName="Parent7" op="lte"/>
              <dgm:constr type="primFontSz" for="des" forName="Child1" refType="primFontSz" refFor="des" refForName="Parent8" op="lte"/>
              <dgm:constr type="primFontSz" for="des" forName="Child2" refType="primFontSz" refFor="des" refForName="Parent8" op="lte"/>
              <dgm:constr type="primFontSz" for="des" forName="Child3" refType="primFontSz" refFor="des" refForName="Parent8" op="lte"/>
              <dgm:constr type="primFontSz" for="des" forName="Child4" refType="primFontSz" refFor="des" refForName="Parent8" op="lte"/>
              <dgm:constr type="primFontSz" for="des" forName="Child5" refType="primFontSz" refFor="des" refForName="Parent8" op="lte"/>
              <dgm:constr type="primFontSz" for="des" forName="Child6" refType="primFontSz" refFor="des" refForName="Parent8" op="lte"/>
              <dgm:constr type="primFontSz" for="des" forName="Child7" refType="primFontSz" refFor="des" refForName="Parent8" op="lte"/>
              <dgm:constr type="primFontSz" for="des" forName="Child8" refType="primFontSz" refFor="des" refForName="Parent8" op="lte"/>
              <dgm:constr type="primFontSz" for="des" forName="Child9" refType="primFontSz" refFor="des" refForName="Parent8" op="lte"/>
              <dgm:constr type="primFontSz" for="des" forName="Child10" refType="primFontSz" refFor="des" refForName="Parent8" op="lte"/>
              <dgm:constr type="primFontSz" for="des" forName="Child11" refType="primFontSz" refFor="des" refForName="Parent8" op="lte"/>
              <dgm:constr type="primFontSz" for="des" forName="Child1" refType="primFontSz" refFor="des" refForName="Parent9" op="lte"/>
              <dgm:constr type="primFontSz" for="des" forName="Child2" refType="primFontSz" refFor="des" refForName="Parent9" op="lte"/>
              <dgm:constr type="primFontSz" for="des" forName="Child3" refType="primFontSz" refFor="des" refForName="Parent9" op="lte"/>
              <dgm:constr type="primFontSz" for="des" forName="Child4" refType="primFontSz" refFor="des" refForName="Parent9" op="lte"/>
              <dgm:constr type="primFontSz" for="des" forName="Child5" refType="primFontSz" refFor="des" refForName="Parent9" op="lte"/>
              <dgm:constr type="primFontSz" for="des" forName="Child6" refType="primFontSz" refFor="des" refForName="Parent9" op="lte"/>
              <dgm:constr type="primFontSz" for="des" forName="Child7" refType="primFontSz" refFor="des" refForName="Parent9" op="lte"/>
              <dgm:constr type="primFontSz" for="des" forName="Child8" refType="primFontSz" refFor="des" refForName="Parent9" op="lte"/>
              <dgm:constr type="primFontSz" for="des" forName="Child9" refType="primFontSz" refFor="des" refForName="Parent9" op="lte"/>
              <dgm:constr type="primFontSz" for="des" forName="Child10" refType="primFontSz" refFor="des" refForName="Parent9" op="lte"/>
              <dgm:constr type="primFontSz" for="des" forName="Child11" refType="primFontSz" refFor="des" refForName="Parent9" op="lte"/>
              <dgm:constr type="primFontSz" for="des" forName="Child1" refType="primFontSz" refFor="des" refForName="Parent10" op="lte"/>
              <dgm:constr type="primFontSz" for="des" forName="Child2" refType="primFontSz" refFor="des" refForName="Parent10" op="lte"/>
              <dgm:constr type="primFontSz" for="des" forName="Child3" refType="primFontSz" refFor="des" refForName="Parent10" op="lte"/>
              <dgm:constr type="primFontSz" for="des" forName="Child4" refType="primFontSz" refFor="des" refForName="Parent10" op="lte"/>
              <dgm:constr type="primFontSz" for="des" forName="Child5" refType="primFontSz" refFor="des" refForName="Parent10" op="lte"/>
              <dgm:constr type="primFontSz" for="des" forName="Child6" refType="primFontSz" refFor="des" refForName="Parent10" op="lte"/>
              <dgm:constr type="primFontSz" for="des" forName="Child7" refType="primFontSz" refFor="des" refForName="Parent10" op="lte"/>
              <dgm:constr type="primFontSz" for="des" forName="Child8" refType="primFontSz" refFor="des" refForName="Parent10" op="lte"/>
              <dgm:constr type="primFontSz" for="des" forName="Child9" refType="primFontSz" refFor="des" refForName="Parent10" op="lte"/>
              <dgm:constr type="primFontSz" for="des" forName="Child10" refType="primFontSz" refFor="des" refForName="Parent10" op="lte"/>
              <dgm:constr type="primFontSz" for="des" forName="Child11" refType="primFontSz" refFor="des" refForName="Parent10" op="lte"/>
              <dgm:constr type="primFontSz" for="des" forName="Child1" refType="primFontSz" refFor="des" refForName="Parent11" op="lte"/>
              <dgm:constr type="primFontSz" for="des" forName="Child2" refType="primFontSz" refFor="des" refForName="Parent11" op="lte"/>
              <dgm:constr type="primFontSz" for="des" forName="Child3" refType="primFontSz" refFor="des" refForName="Parent11" op="lte"/>
              <dgm:constr type="primFontSz" for="des" forName="Child4" refType="primFontSz" refFor="des" refForName="Parent11" op="lte"/>
              <dgm:constr type="primFontSz" for="des" forName="Child5" refType="primFontSz" refFor="des" refForName="Parent11" op="lte"/>
              <dgm:constr type="primFontSz" for="des" forName="Child6" refType="primFontSz" refFor="des" refForName="Parent11" op="lte"/>
              <dgm:constr type="primFontSz" for="des" forName="Child7" refType="primFontSz" refFor="des" refForName="Parent11" op="lte"/>
              <dgm:constr type="primFontSz" for="des" forName="Child8" refType="primFontSz" refFor="des" refForName="Parent11" op="lte"/>
              <dgm:constr type="primFontSz" for="des" forName="Child9" refType="primFontSz" refFor="des" refForName="Parent11" op="lte"/>
              <dgm:constr type="primFontSz" for="des" forName="Child10" refType="primFontSz" refFor="des" refForName="Parent11" op="lte"/>
              <dgm:constr type="primFontSz" for="des" forName="Child11" refType="primFontSz" refFor="des" refForName="Parent11" op="lte"/>
              <dgm:constr type="primFontSz" for="des" forName="Parent2" refType="primFontSz" refFor="des" refForName="Parent1" op="equ"/>
              <dgm:constr type="primFontSz" for="des" forName="Parent3" refType="primFontSz" refFor="des" refForName="Parent1" op="equ"/>
              <dgm:constr type="primFontSz" for="des" forName="Parent4" refType="primFontSz" refFor="des" refForName="Parent1" op="equ"/>
              <dgm:constr type="primFontSz" for="des" forName="Parent5" refType="primFontSz" refFor="des" refForName="Parent1" op="equ"/>
              <dgm:constr type="primFontSz" for="des" forName="Parent6" refType="primFontSz" refFor="des" refForName="Parent1" op="equ"/>
              <dgm:constr type="primFontSz" for="des" forName="Parent7" refType="primFontSz" refFor="des" refForName="Parent1" op="equ"/>
              <dgm:constr type="primFontSz" for="des" forName="Parent8" refType="primFontSz" refFor="des" refForName="Parent1" op="equ"/>
              <dgm:constr type="primFontSz" for="des" forName="Parent9" refType="primFontSz" refFor="des" refForName="Parent1" op="equ"/>
              <dgm:constr type="primFontSz" for="des" forName="Parent10" refType="primFontSz" refFor="des" refForName="Parent1" op="equ"/>
              <dgm:constr type="primFontSz" for="des" forName="Parent11" refType="primFontSz" refFor="des" refForName="Parent1" op="equ"/>
              <dgm:constr type="primFontSz" for="des" forName="Child2" refType="primFontSz" refFor="des" refForName="Child1" op="equ"/>
              <dgm:constr type="primFontSz" for="des" forName="Child3" refType="primFontSz" refFor="des" refForName="Child1" op="equ"/>
              <dgm:constr type="primFontSz" for="des" forName="Child4" refType="primFontSz" refFor="des" refForName="Child1" op="equ"/>
              <dgm:constr type="primFontSz" for="des" forName="Child5" refType="primFontSz" refFor="des" refForName="Child1" op="equ"/>
              <dgm:constr type="primFontSz" for="des" forName="Child6" refType="primFontSz" refFor="des" refForName="Child1" op="equ"/>
              <dgm:constr type="primFontSz" for="des" forName="Child7" refType="primFontSz" refFor="des" refForName="Child1" op="equ"/>
              <dgm:constr type="primFontSz" for="des" forName="Child8" refType="primFontSz" refFor="des" refForName="Child1" op="equ"/>
              <dgm:constr type="primFontSz" for="des" forName="Child9" refType="primFontSz" refFor="des" refForName="Child1" op="equ"/>
              <dgm:constr type="primFontSz" for="des" forName="Child10" refType="primFontSz" refFor="des" refForName="Child1" op="equ"/>
              <dgm:constr type="primFontSz" for="des" forName="Child11" refType="primFontSz" refFor="des" refForName="Child1" op="equ"/>
              <dgm:constr type="r" for="ch" forName="Parent11" refType="w" fact="0.0723"/>
              <dgm:constr type="t" for="ch" forName="Parent11" refType="h" fact="0.2022"/>
              <dgm:constr type="w" for="ch" forName="Parent11" refType="w" fact="0.0579"/>
              <dgm:constr type="h" for="ch" forName="Parent11" refType="h" fact="0.3799"/>
              <dgm:constr type="r" for="ch" forName="Parent10" refType="w" fact="0.162"/>
              <dgm:constr type="t" for="ch" forName="Parent10" refType="h" fact="0.2022"/>
              <dgm:constr type="w" for="ch" forName="Parent10" refType="w" fact="0.0579"/>
              <dgm:constr type="h" for="ch" forName="Parent10" refType="h" fact="0.3799"/>
              <dgm:constr type="r" for="ch" forName="Parent9" refType="w" fact="0.2517"/>
              <dgm:constr type="t" for="ch" forName="Parent9" refType="h" fact="0.2022"/>
              <dgm:constr type="w" for="ch" forName="Parent9" refType="w" fact="0.0579"/>
              <dgm:constr type="h" for="ch" forName="Parent9" refType="h" fact="0.3799"/>
              <dgm:constr type="r" for="ch" forName="Parent8" refType="w" fact="0.3414"/>
              <dgm:constr type="t" for="ch" forName="Parent8" refType="h" fact="0.2022"/>
              <dgm:constr type="w" for="ch" forName="Parent8" refType="w" fact="0.0579"/>
              <dgm:constr type="h" for="ch" forName="Parent8" refType="h" fact="0.3799"/>
              <dgm:constr type="r" for="ch" forName="Parent7" refType="w" fact="0.4311"/>
              <dgm:constr type="t" for="ch" forName="Parent7" refType="h" fact="0.2022"/>
              <dgm:constr type="w" for="ch" forName="Parent7" refType="w" fact="0.0579"/>
              <dgm:constr type="h" for="ch" forName="Parent7" refType="h" fact="0.3799"/>
              <dgm:constr type="r" for="ch" forName="Parent6" refType="w" fact="0.5208"/>
              <dgm:constr type="t" for="ch" forName="Parent6" refType="h" fact="0.2022"/>
              <dgm:constr type="w" for="ch" forName="Parent6" refType="w" fact="0.0579"/>
              <dgm:constr type="h" for="ch" forName="Parent6" refType="h" fact="0.3799"/>
              <dgm:constr type="r" for="ch" forName="Parent5" refType="w" fact="0.6105"/>
              <dgm:constr type="t" for="ch" forName="Parent5" refType="h" fact="0.2022"/>
              <dgm:constr type="w" for="ch" forName="Parent5" refType="w" fact="0.0579"/>
              <dgm:constr type="h" for="ch" forName="Parent5" refType="h" fact="0.3799"/>
              <dgm:constr type="r" for="ch" forName="Parent4" refType="w" fact="0.7001"/>
              <dgm:constr type="t" for="ch" forName="Parent4" refType="h" fact="0.2022"/>
              <dgm:constr type="w" for="ch" forName="Parent4" refType="w" fact="0.0579"/>
              <dgm:constr type="h" for="ch" forName="Parent4" refType="h" fact="0.3799"/>
              <dgm:constr type="r" for="ch" forName="Parent3" refType="w" fact="0.7898"/>
              <dgm:constr type="t" for="ch" forName="Parent3" refType="h" fact="0.2022"/>
              <dgm:constr type="w" for="ch" forName="Parent3" refType="w" fact="0.0579"/>
              <dgm:constr type="h" for="ch" forName="Parent3" refType="h" fact="0.3799"/>
              <dgm:constr type="r" for="ch" forName="Parent2" refType="w" fact="0.8795"/>
              <dgm:constr type="t" for="ch" forName="Parent2" refType="h" fact="0.2022"/>
              <dgm:constr type="w" for="ch" forName="Parent2" refType="w" fact="0.0579"/>
              <dgm:constr type="h" for="ch" forName="Parent2" refType="h" fact="0.3799"/>
              <dgm:constr type="r" for="ch" forName="Parent1" refType="w" fact="0.9692"/>
              <dgm:constr type="t" for="ch" forName="Parent1" refType="h" fact="0.2022"/>
              <dgm:constr type="w" for="ch" forName="Parent1" refType="w" fact="0.0579"/>
              <dgm:constr type="h" for="ch" forName="Parent1" refType="h" fact="0.3799"/>
              <dgm:constr type="r" for="ch" forName="Accent11" refType="w" fact="0.0868"/>
              <dgm:constr type="t" for="ch" forName="Accent11" refType="h" fact="0.1072"/>
              <dgm:constr type="w" for="ch" forName="Accent11" refType="w" fact="0.0868"/>
              <dgm:constr type="h" for="ch" forName="Accent11" refType="h" fact="0.5699"/>
              <dgm:constr type="r" for="ch" forName="ParentBackground11" refType="w" fact="0.0839"/>
              <dgm:constr type="t" for="ch" forName="ParentBackground11" refType="h" fact="0.1262"/>
              <dgm:constr type="w" for="ch" forName="ParentBackground11" refType="w" fact="0.081"/>
              <dgm:constr type="h" for="ch" forName="ParentBackground11" refType="h" fact="0.5319"/>
              <dgm:constr type="r" for="ch" forName="Child11" refType="w" fact="0.0839"/>
              <dgm:constr type="t" for="ch" forName="Child11" refType="h" fact="0.6876"/>
              <dgm:constr type="w" for="ch" forName="Child11" refType="w" fact="0.081"/>
              <dgm:constr type="h" for="ch" forName="Child11" refType="h" fact="0.3124"/>
              <dgm:constr type="r" for="ch" forName="Accent10" refType="w" fact="0.1945"/>
              <dgm:constr type="t" for="ch" forName="Accent10" refType="h" fact="-0.0109"/>
              <dgm:constr type="w" for="ch" forName="Accent10" refType="w" fact="0.1228"/>
              <dgm:constr type="h" for="ch" forName="Accent10" refType="h" fact="0.806"/>
              <dgm:constr type="r" for="ch" forName="ParentBackground10" refType="w" fact="0.1736"/>
              <dgm:constr type="t" for="ch" forName="ParentBackground10" refType="h" fact="0.1262"/>
              <dgm:constr type="w" for="ch" forName="ParentBackground10" refType="w" fact="0.081"/>
              <dgm:constr type="h" for="ch" forName="ParentBackground10" refType="h" fact="0.5319"/>
              <dgm:constr type="r" for="ch" forName="Child10" refType="w" fact="0.1736"/>
              <dgm:constr type="t" for="ch" forName="Child10" refType="h" fact="0.6876"/>
              <dgm:constr type="w" for="ch" forName="Child10" refType="w" fact="0.081"/>
              <dgm:constr type="h" for="ch" forName="Child10" refType="h" fact="0.3124"/>
              <dgm:constr type="r" for="ch" forName="Accent9" refType="w" fact="0.2842"/>
              <dgm:constr type="t" for="ch" forName="Accent9" refType="h" fact="-0.0109"/>
              <dgm:constr type="w" for="ch" forName="Accent9" refType="w" fact="0.1228"/>
              <dgm:constr type="h" for="ch" forName="Accent9" refType="h" fact="0.806"/>
              <dgm:constr type="r" for="ch" forName="ParentBackground9" refType="w" fact="0.2633"/>
              <dgm:constr type="t" for="ch" forName="ParentBackground9" refType="h" fact="0.1262"/>
              <dgm:constr type="w" for="ch" forName="ParentBackground9" refType="w" fact="0.081"/>
              <dgm:constr type="h" for="ch" forName="ParentBackground9" refType="h" fact="0.5319"/>
              <dgm:constr type="r" for="ch" forName="Child9" refType="w" fact="0.2633"/>
              <dgm:constr type="t" for="ch" forName="Child9" refType="h" fact="0.6876"/>
              <dgm:constr type="w" for="ch" forName="Child9" refType="w" fact="0.081"/>
              <dgm:constr type="h" for="ch" forName="Child9" refType="h" fact="0.3124"/>
              <dgm:constr type="r" for="ch" forName="Accent8" refType="w" fact="0.3739"/>
              <dgm:constr type="t" for="ch" forName="Accent8" refType="h" fact="-0.0109"/>
              <dgm:constr type="w" for="ch" forName="Accent8" refType="w" fact="0.1228"/>
              <dgm:constr type="h" for="ch" forName="Accent8" refType="h" fact="0.806"/>
              <dgm:constr type="r" for="ch" forName="ParentBackground8" refType="w" fact="0.353"/>
              <dgm:constr type="t" for="ch" forName="ParentBackground8" refType="h" fact="0.1262"/>
              <dgm:constr type="w" for="ch" forName="ParentBackground8" refType="w" fact="0.081"/>
              <dgm:constr type="h" for="ch" forName="ParentBackground8" refType="h" fact="0.5319"/>
              <dgm:constr type="r" for="ch" forName="Child8" refType="w" fact="0.353"/>
              <dgm:constr type="t" for="ch" forName="Child8" refType="h" fact="0.6876"/>
              <dgm:constr type="w" for="ch" forName="Child8" refType="w" fact="0.081"/>
              <dgm:constr type="h" for="ch" forName="Child8" refType="h" fact="0.3124"/>
              <dgm:constr type="r" for="ch" forName="Accent7" refType="w" fact="0.4636"/>
              <dgm:constr type="t" for="ch" forName="Accent7" refType="h" fact="-0.0109"/>
              <dgm:constr type="w" for="ch" forName="Accent7" refType="w" fact="0.1228"/>
              <dgm:constr type="h" for="ch" forName="Accent7" refType="h" fact="0.806"/>
              <dgm:constr type="r" for="ch" forName="ParentBackground7" refType="w" fact="0.4427"/>
              <dgm:constr type="t" for="ch" forName="ParentBackground7" refType="h" fact="0.1262"/>
              <dgm:constr type="w" for="ch" forName="ParentBackground7" refType="w" fact="0.081"/>
              <dgm:constr type="h" for="ch" forName="ParentBackground7" refType="h" fact="0.5319"/>
              <dgm:constr type="r" for="ch" forName="Child7" refType="w" fact="0.4427"/>
              <dgm:constr type="t" for="ch" forName="Child7" refType="h" fact="0.6876"/>
              <dgm:constr type="w" for="ch" forName="Child7" refType="w" fact="0.081"/>
              <dgm:constr type="h" for="ch" forName="Child7" refType="h" fact="0.3124"/>
              <dgm:constr type="r" for="ch" forName="Accent6" refType="w" fact="0.5533"/>
              <dgm:constr type="t" for="ch" forName="Accent6" refType="h" fact="-0.0109"/>
              <dgm:constr type="w" for="ch" forName="Accent6" refType="w" fact="0.1228"/>
              <dgm:constr type="h" for="ch" forName="Accent6" refType="h" fact="0.806"/>
              <dgm:constr type="r" for="ch" forName="ParentBackground6" refType="w" fact="0.5323"/>
              <dgm:constr type="t" for="ch" forName="ParentBackground6" refType="h" fact="0.1262"/>
              <dgm:constr type="w" for="ch" forName="ParentBackground6" refType="w" fact="0.081"/>
              <dgm:constr type="h" for="ch" forName="ParentBackground6" refType="h" fact="0.5319"/>
              <dgm:constr type="r" for="ch" forName="Child6" refType="w" fact="0.5323"/>
              <dgm:constr type="t" for="ch" forName="Child6" refType="h" fact="0.6876"/>
              <dgm:constr type="w" for="ch" forName="Child6" refType="w" fact="0.081"/>
              <dgm:constr type="h" for="ch" forName="Child6" refType="h" fact="0.3124"/>
              <dgm:constr type="r" for="ch" forName="Accent5" refType="w" fact="0.6429"/>
              <dgm:constr type="t" for="ch" forName="Accent5" refType="h" fact="-0.0109"/>
              <dgm:constr type="w" for="ch" forName="Accent5" refType="w" fact="0.1228"/>
              <dgm:constr type="h" for="ch" forName="Accent5" refType="h" fact="0.806"/>
              <dgm:constr type="r" for="ch" forName="ParentBackground5" refType="w" fact="0.622"/>
              <dgm:constr type="t" for="ch" forName="ParentBackground5" refType="h" fact="0.1262"/>
              <dgm:constr type="w" for="ch" forName="ParentBackground5" refType="w" fact="0.081"/>
              <dgm:constr type="h" for="ch" forName="ParentBackground5" refType="h" fact="0.5319"/>
              <dgm:constr type="r" for="ch" forName="Child5" refType="w" fact="0.622"/>
              <dgm:constr type="t" for="ch" forName="Child5" refType="h" fact="0.6876"/>
              <dgm:constr type="w" for="ch" forName="Child5" refType="w" fact="0.081"/>
              <dgm:constr type="h" for="ch" forName="Child5" refType="h" fact="0.3124"/>
              <dgm:constr type="r" for="ch" forName="Accent4" refType="w" fact="0.7326"/>
              <dgm:constr type="t" for="ch" forName="Accent4" refType="h" fact="-0.0109"/>
              <dgm:constr type="w" for="ch" forName="Accent4" refType="w" fact="0.1228"/>
              <dgm:constr type="h" for="ch" forName="Accent4" refType="h" fact="0.806"/>
              <dgm:constr type="r" for="ch" forName="ParentBackground4" refType="w" fact="0.7117"/>
              <dgm:constr type="t" for="ch" forName="ParentBackground4" refType="h" fact="0.1262"/>
              <dgm:constr type="w" for="ch" forName="ParentBackground4" refType="w" fact="0.081"/>
              <dgm:constr type="h" for="ch" forName="ParentBackground4" refType="h" fact="0.5319"/>
              <dgm:constr type="r" for="ch" forName="Child4" refType="w" fact="0.7117"/>
              <dgm:constr type="t" for="ch" forName="Child4" refType="h" fact="0.6876"/>
              <dgm:constr type="w" for="ch" forName="Child4" refType="w" fact="0.081"/>
              <dgm:constr type="h" for="ch" forName="Child4" refType="h" fact="0.3124"/>
              <dgm:constr type="r" for="ch" forName="Accent3" refType="w" fact="0.8223"/>
              <dgm:constr type="t" for="ch" forName="Accent3" refType="h" fact="-0.0109"/>
              <dgm:constr type="w" for="ch" forName="Accent3" refType="w" fact="0.1228"/>
              <dgm:constr type="h" for="ch" forName="Accent3" refType="h" fact="0.806"/>
              <dgm:constr type="r" for="ch" forName="ParentBackground3" refType="w" fact="0.8014"/>
              <dgm:constr type="t" for="ch" forName="ParentBackground3" refType="h" fact="0.1262"/>
              <dgm:constr type="w" for="ch" forName="ParentBackground3" refType="w" fact="0.081"/>
              <dgm:constr type="h" for="ch" forName="ParentBackground3" refType="h" fact="0.5319"/>
              <dgm:constr type="r" for="ch" forName="Child3" refType="w" fact="0.8014"/>
              <dgm:constr type="t" for="ch" forName="Child3" refType="h" fact="0.6876"/>
              <dgm:constr type="w" for="ch" forName="Child3" refType="w" fact="0.081"/>
              <dgm:constr type="h" for="ch" forName="Child3" refType="h" fact="0.3124"/>
              <dgm:constr type="r" for="ch" forName="Accent2" refType="w" fact="0.912"/>
              <dgm:constr type="t" for="ch" forName="Accent2" refType="h" fact="-0.0109"/>
              <dgm:constr type="w" for="ch" forName="Accent2" refType="w" fact="0.1228"/>
              <dgm:constr type="h" for="ch" forName="Accent2" refType="h" fact="0.806"/>
              <dgm:constr type="r" for="ch" forName="ParentBackground2" refType="w" fact="0.8911"/>
              <dgm:constr type="t" for="ch" forName="ParentBackground2" refType="h" fact="0.1262"/>
              <dgm:constr type="w" for="ch" forName="ParentBackground2" refType="w" fact="0.081"/>
              <dgm:constr type="h" for="ch" forName="ParentBackground2" refType="h" fact="0.5319"/>
              <dgm:constr type="r" for="ch" forName="Child2" refType="w" fact="0.8911"/>
              <dgm:constr type="t" for="ch" forName="Child2" refType="h" fact="0.6876"/>
              <dgm:constr type="w" for="ch" forName="Child2" refType="w" fact="0.081"/>
              <dgm:constr type="h" for="ch" forName="Child2" refType="h" fact="0.3124"/>
              <dgm:constr type="r" for="ch" forName="Accent1" refType="w" fact="1.0017"/>
              <dgm:constr type="t" for="ch" forName="Accent1" refType="h" fact="-0.0109"/>
              <dgm:constr type="w" for="ch" forName="Accent1" refType="w" fact="0.1228"/>
              <dgm:constr type="h" for="ch" forName="Accent1" refType="h" fact="0.806"/>
              <dgm:constr type="r" for="ch" forName="ParentBackground1" refType="w" fact="0.9808"/>
              <dgm:constr type="t" for="ch" forName="ParentBackground1" refType="h" fact="0.1262"/>
              <dgm:constr type="w" for="ch" forName="ParentBackground1" refType="w" fact="0.081"/>
              <dgm:constr type="h" for="ch" forName="ParentBackground1" refType="h" fact="0.5319"/>
              <dgm:constr type="r" for="ch" forName="Child1" refType="w" fact="0.9808"/>
              <dgm:constr type="t" for="ch" forName="Child1" refType="h" fact="0.6876"/>
              <dgm:constr type="w" for="ch" forName="Child1" refType="w" fact="0.081"/>
              <dgm:constr type="h" for="ch" forName="Child1" refType="h" fact="0.3124"/>
            </dgm:constrLst>
          </dgm:else>
        </dgm:choose>
      </dgm:else>
    </dgm:choose>
    <dgm:forEach name="wrapper" axis="self" ptType="parTrans">
      <dgm:forEach name="accentRepeat" axis="self">
        <dgm:layoutNode name="Accent" styleLbl="node1">
          <dgm:alg type="sp"/>
          <dgm:choose name="Name28">
            <dgm:if name="Name29" axis="followSib" ptType="node" func="cnt" op="equ" val="0">
              <dgm:shape xmlns:r="http://schemas.openxmlformats.org/officeDocument/2006/relationships" type="ellipse" r:blip="">
                <dgm:adjLst/>
              </dgm:shape>
            </dgm:if>
            <dgm:else name="Name30">
              <dgm:choose name="Name31">
                <dgm:if name="Name32" axis="precedSib" ptType="node" func="cnt" op="equ" val="10">
                  <dgm:shape xmlns:r="http://schemas.openxmlformats.org/officeDocument/2006/relationships" type="ellipse" r:blip="">
                    <dgm:adjLst/>
                  </dgm:shape>
                </dgm:if>
                <dgm:else name="Name33">
                  <dgm:choose name="Name34">
                    <dgm:if name="Name35" func="var" arg="dir" op="equ" val="norm">
                      <dgm:shape xmlns:r="http://schemas.openxmlformats.org/officeDocument/2006/relationships" rot="45" type="teardrop" r:blip="">
                        <dgm:adjLst>
                          <dgm:adj idx="1" val="1"/>
                        </dgm:adjLst>
                      </dgm:shape>
                    </dgm:if>
                    <dgm:else name="Name36">
                      <dgm:shape xmlns:r="http://schemas.openxmlformats.org/officeDocument/2006/relationships" rot="225" type="teardrop" r:blip="">
                        <dgm:adjLst>
                          <dgm:adj idx="1" val="1"/>
                        </dgm:adjLst>
                      </dgm:shape>
                    </dgm:else>
                  </dgm:choose>
                </dgm:else>
              </dgm:choose>
            </dgm:else>
          </dgm:choose>
          <dgm:presOf/>
        </dgm:layoutNode>
      </dgm:forEach>
      <dgm:forEach name="parentBackgroundRepeat" axis="self">
        <dgm:layoutNode name="ParentBackground" styleLbl="fgAcc1">
          <dgm:alg type="sp"/>
          <dgm:shape xmlns:r="http://schemas.openxmlformats.org/officeDocument/2006/relationships" type="ellipse" r:blip="">
            <dgm:adjLst/>
          </dgm:shape>
          <dgm:presOf axis="self" ptType="node"/>
        </dgm:layoutNode>
      </dgm:forEach>
    </dgm:forEach>
    <dgm:forEach name="Name37" axis="ch" ptType="node" st="11" cnt="1">
      <dgm:layoutNode name="Accent11">
        <dgm:alg type="sp"/>
        <dgm:shape xmlns:r="http://schemas.openxmlformats.org/officeDocument/2006/relationships" r:blip="">
          <dgm:adjLst/>
        </dgm:shape>
        <dgm:presOf/>
        <dgm:constrLst/>
        <dgm:forEach name="Name38" ref="accentRepeat"/>
      </dgm:layoutNode>
      <dgm:layoutNode name="ParentBackground11">
        <dgm:alg type="sp"/>
        <dgm:shape xmlns:r="http://schemas.openxmlformats.org/officeDocument/2006/relationships" r:blip="">
          <dgm:adjLst/>
        </dgm:shape>
        <dgm:presOf/>
        <dgm:forEach name="Name39" ref="parentBackgroundRepeat"/>
      </dgm:layoutNode>
      <dgm:choose name="Name40">
        <dgm:if name="Name41" axis="ch" ptType="node" func="cnt" op="gte" val="1">
          <dgm:layoutNode name="Child11" styleLbl="revTx">
            <dgm:varLst>
              <dgm:chMax val="0"/>
              <dgm:chPref val="0"/>
              <dgm:bulletEnabled val="1"/>
            </dgm:varLst>
            <dgm:alg type="tx">
              <dgm:param type="stBulletLvl" val="1"/>
              <dgm:param type="parTxLTRAlign" val="l"/>
              <dgm:param type="txAnchorVert" val="t"/>
            </dgm:alg>
            <dgm:shape xmlns:r="http://schemas.openxmlformats.org/officeDocument/2006/relationships" type="rect" r:blip="">
              <dgm:adjLst/>
            </dgm:shape>
            <dgm:presOf axis="des"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42"/>
      </dgm:choose>
      <dgm:layoutNode name="Parent11" styleLbl="revTx">
        <dgm:varLst>
          <dgm:chMax val="1"/>
          <dgm:chPref val="1"/>
          <dgm:bulletEnabled val="1"/>
        </dgm:varLst>
        <dgm:alg type="tx">
          <dgm:param type="shpTxLTRAlignCh" val="ctr"/>
          <dgm:param type="txAnchorVertCh" val="mid"/>
        </dgm:alg>
        <dgm:shape xmlns:r="http://schemas.openxmlformats.org/officeDocument/2006/relationships" type="rect" r:blip="" hideGeom="1">
          <dgm:adjLst/>
        </dgm:shape>
        <dgm:presOf axis="self" ptType="node"/>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forEach>
    <dgm:forEach name="Name43" axis="ch" ptType="node" st="10" cnt="1">
      <dgm:layoutNode name="Accent10">
        <dgm:alg type="sp"/>
        <dgm:shape xmlns:r="http://schemas.openxmlformats.org/officeDocument/2006/relationships" r:blip="">
          <dgm:adjLst/>
        </dgm:shape>
        <dgm:presOf/>
        <dgm:constrLst/>
        <dgm:forEach name="Name44" ref="accentRepeat"/>
      </dgm:layoutNode>
      <dgm:layoutNode name="ParentBackground10">
        <dgm:alg type="sp"/>
        <dgm:shape xmlns:r="http://schemas.openxmlformats.org/officeDocument/2006/relationships" r:blip="">
          <dgm:adjLst/>
        </dgm:shape>
        <dgm:presOf/>
        <dgm:forEach name="Name45" ref="parentBackgroundRepeat"/>
      </dgm:layoutNode>
      <dgm:choose name="Name46">
        <dgm:if name="Name47" axis="ch" ptType="node" func="cnt" op="gte" val="1">
          <dgm:layoutNode name="Child10" styleLbl="revTx">
            <dgm:varLst>
              <dgm:chMax val="0"/>
              <dgm:chPref val="0"/>
              <dgm:bulletEnabled val="1"/>
            </dgm:varLst>
            <dgm:alg type="tx">
              <dgm:param type="stBulletLvl" val="1"/>
              <dgm:param type="parTxLTRAlign" val="l"/>
              <dgm:param type="txAnchorVert" val="t"/>
            </dgm:alg>
            <dgm:shape xmlns:r="http://schemas.openxmlformats.org/officeDocument/2006/relationships" type="rect" r:blip="">
              <dgm:adjLst/>
            </dgm:shape>
            <dgm:presOf axis="des"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48"/>
      </dgm:choose>
      <dgm:layoutNode name="Parent10" styleLbl="revTx">
        <dgm:varLst>
          <dgm:chMax val="1"/>
          <dgm:chPref val="1"/>
          <dgm:bulletEnabled val="1"/>
        </dgm:varLst>
        <dgm:alg type="tx">
          <dgm:param type="shpTxLTRAlignCh" val="ctr"/>
          <dgm:param type="txAnchorVertCh" val="mid"/>
        </dgm:alg>
        <dgm:shape xmlns:r="http://schemas.openxmlformats.org/officeDocument/2006/relationships" type="rect" r:blip="" hideGeom="1">
          <dgm:adjLst/>
        </dgm:shape>
        <dgm:presOf axis="self" ptType="node"/>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forEach>
    <dgm:forEach name="Name49" axis="ch" ptType="node" st="9" cnt="1">
      <dgm:layoutNode name="Accent9">
        <dgm:alg type="sp"/>
        <dgm:shape xmlns:r="http://schemas.openxmlformats.org/officeDocument/2006/relationships" r:blip="">
          <dgm:adjLst/>
        </dgm:shape>
        <dgm:presOf/>
        <dgm:constrLst/>
        <dgm:forEach name="Name50" ref="accentRepeat"/>
      </dgm:layoutNode>
      <dgm:layoutNode name="ParentBackground9">
        <dgm:alg type="sp"/>
        <dgm:shape xmlns:r="http://schemas.openxmlformats.org/officeDocument/2006/relationships" r:blip="">
          <dgm:adjLst/>
        </dgm:shape>
        <dgm:presOf/>
        <dgm:forEach name="Name51" ref="parentBackgroundRepeat"/>
      </dgm:layoutNode>
      <dgm:choose name="Name52">
        <dgm:if name="Name53" axis="ch" ptType="node" func="cnt" op="gte" val="1">
          <dgm:layoutNode name="Child9" styleLbl="revTx">
            <dgm:varLst>
              <dgm:chMax val="0"/>
              <dgm:chPref val="0"/>
              <dgm:bulletEnabled val="1"/>
            </dgm:varLst>
            <dgm:alg type="tx">
              <dgm:param type="stBulletLvl" val="1"/>
              <dgm:param type="parTxLTRAlign" val="l"/>
              <dgm:param type="txAnchorVert" val="t"/>
            </dgm:alg>
            <dgm:shape xmlns:r="http://schemas.openxmlformats.org/officeDocument/2006/relationships" type="rect" r:blip="">
              <dgm:adjLst/>
            </dgm:shape>
            <dgm:presOf axis="des"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54"/>
      </dgm:choose>
      <dgm:layoutNode name="Parent9" styleLbl="revTx">
        <dgm:varLst>
          <dgm:chMax val="1"/>
          <dgm:chPref val="1"/>
          <dgm:bulletEnabled val="1"/>
        </dgm:varLst>
        <dgm:alg type="tx">
          <dgm:param type="shpTxLTRAlignCh" val="ctr"/>
          <dgm:param type="txAnchorVertCh" val="mid"/>
        </dgm:alg>
        <dgm:shape xmlns:r="http://schemas.openxmlformats.org/officeDocument/2006/relationships" type="rect" r:blip="" hideGeom="1">
          <dgm:adjLst/>
        </dgm:shape>
        <dgm:presOf axis="self" ptType="node"/>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forEach>
    <dgm:forEach name="Name55" axis="ch" ptType="node" st="8" cnt="1">
      <dgm:layoutNode name="Accent8">
        <dgm:alg type="sp"/>
        <dgm:shape xmlns:r="http://schemas.openxmlformats.org/officeDocument/2006/relationships" r:blip="">
          <dgm:adjLst/>
        </dgm:shape>
        <dgm:presOf/>
        <dgm:constrLst/>
        <dgm:forEach name="Name56" ref="accentRepeat"/>
      </dgm:layoutNode>
      <dgm:layoutNode name="ParentBackground8">
        <dgm:alg type="sp"/>
        <dgm:shape xmlns:r="http://schemas.openxmlformats.org/officeDocument/2006/relationships" r:blip="">
          <dgm:adjLst/>
        </dgm:shape>
        <dgm:presOf/>
        <dgm:forEach name="Name57" ref="parentBackgroundRepeat"/>
      </dgm:layoutNode>
      <dgm:choose name="Name58">
        <dgm:if name="Name59" axis="ch" ptType="node" func="cnt" op="gte" val="1">
          <dgm:layoutNode name="Child8" styleLbl="revTx">
            <dgm:varLst>
              <dgm:chMax val="0"/>
              <dgm:chPref val="0"/>
              <dgm:bulletEnabled val="1"/>
            </dgm:varLst>
            <dgm:alg type="tx">
              <dgm:param type="stBulletLvl" val="1"/>
              <dgm:param type="parTxLTRAlign" val="l"/>
              <dgm:param type="txAnchorVert" val="t"/>
            </dgm:alg>
            <dgm:shape xmlns:r="http://schemas.openxmlformats.org/officeDocument/2006/relationships" type="rect" r:blip="">
              <dgm:adjLst/>
            </dgm:shape>
            <dgm:presOf axis="des"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60"/>
      </dgm:choose>
      <dgm:layoutNode name="Parent8" styleLbl="revTx">
        <dgm:varLst>
          <dgm:chMax val="1"/>
          <dgm:chPref val="1"/>
          <dgm:bulletEnabled val="1"/>
        </dgm:varLst>
        <dgm:alg type="tx">
          <dgm:param type="shpTxLTRAlignCh" val="ctr"/>
          <dgm:param type="txAnchorVertCh" val="mid"/>
        </dgm:alg>
        <dgm:shape xmlns:r="http://schemas.openxmlformats.org/officeDocument/2006/relationships" type="rect" r:blip="" hideGeom="1">
          <dgm:adjLst/>
        </dgm:shape>
        <dgm:presOf axis="self" ptType="node"/>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forEach>
    <dgm:forEach name="Name61" axis="ch" ptType="node" st="7" cnt="1">
      <dgm:layoutNode name="Accent7">
        <dgm:alg type="sp"/>
        <dgm:shape xmlns:r="http://schemas.openxmlformats.org/officeDocument/2006/relationships" r:blip="">
          <dgm:adjLst/>
        </dgm:shape>
        <dgm:presOf/>
        <dgm:constrLst/>
        <dgm:forEach name="Name62" ref="accentRepeat"/>
      </dgm:layoutNode>
      <dgm:layoutNode name="ParentBackground7">
        <dgm:alg type="sp"/>
        <dgm:shape xmlns:r="http://schemas.openxmlformats.org/officeDocument/2006/relationships" r:blip="">
          <dgm:adjLst/>
        </dgm:shape>
        <dgm:presOf/>
        <dgm:forEach name="Name63" ref="parentBackgroundRepeat"/>
      </dgm:layoutNode>
      <dgm:choose name="Name64">
        <dgm:if name="Name65" axis="ch" ptType="node" func="cnt" op="gte" val="1">
          <dgm:layoutNode name="Child7" styleLbl="revTx">
            <dgm:varLst>
              <dgm:chMax val="0"/>
              <dgm:chPref val="0"/>
              <dgm:bulletEnabled val="1"/>
            </dgm:varLst>
            <dgm:alg type="tx">
              <dgm:param type="stBulletLvl" val="1"/>
              <dgm:param type="parTxLTRAlign" val="l"/>
              <dgm:param type="txAnchorVert" val="t"/>
            </dgm:alg>
            <dgm:shape xmlns:r="http://schemas.openxmlformats.org/officeDocument/2006/relationships" type="rect" r:blip="">
              <dgm:adjLst/>
            </dgm:shape>
            <dgm:presOf axis="des"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66"/>
      </dgm:choose>
      <dgm:layoutNode name="Parent7" styleLbl="revTx">
        <dgm:varLst>
          <dgm:chMax val="1"/>
          <dgm:chPref val="1"/>
          <dgm:bulletEnabled val="1"/>
        </dgm:varLst>
        <dgm:alg type="tx">
          <dgm:param type="shpTxLTRAlignCh" val="ctr"/>
          <dgm:param type="txAnchorVertCh" val="mid"/>
        </dgm:alg>
        <dgm:shape xmlns:r="http://schemas.openxmlformats.org/officeDocument/2006/relationships" type="rect" r:blip="" hideGeom="1">
          <dgm:adjLst/>
        </dgm:shape>
        <dgm:presOf axis="self" ptType="node"/>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forEach>
    <dgm:forEach name="Name67" axis="ch" ptType="node" st="6" cnt="1">
      <dgm:layoutNode name="Accent6">
        <dgm:alg type="sp"/>
        <dgm:shape xmlns:r="http://schemas.openxmlformats.org/officeDocument/2006/relationships" r:blip="">
          <dgm:adjLst/>
        </dgm:shape>
        <dgm:presOf/>
        <dgm:constrLst/>
        <dgm:forEach name="Name68" ref="accentRepeat"/>
      </dgm:layoutNode>
      <dgm:layoutNode name="ParentBackground6">
        <dgm:alg type="sp"/>
        <dgm:shape xmlns:r="http://schemas.openxmlformats.org/officeDocument/2006/relationships" r:blip="">
          <dgm:adjLst/>
        </dgm:shape>
        <dgm:presOf/>
        <dgm:forEach name="Name69" ref="parentBackgroundRepeat"/>
      </dgm:layoutNode>
      <dgm:choose name="Name70">
        <dgm:if name="Name71" axis="ch" ptType="node" func="cnt" op="gte" val="1">
          <dgm:layoutNode name="Child6" styleLbl="revTx">
            <dgm:varLst>
              <dgm:chMax val="0"/>
              <dgm:chPref val="0"/>
              <dgm:bulletEnabled val="1"/>
            </dgm:varLst>
            <dgm:alg type="tx">
              <dgm:param type="stBulletLvl" val="1"/>
              <dgm:param type="parTxLTRAlign" val="l"/>
              <dgm:param type="txAnchorVert" val="t"/>
            </dgm:alg>
            <dgm:shape xmlns:r="http://schemas.openxmlformats.org/officeDocument/2006/relationships" type="rect" r:blip="">
              <dgm:adjLst/>
            </dgm:shape>
            <dgm:presOf axis="des"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72"/>
      </dgm:choose>
      <dgm:layoutNode name="Parent6" styleLbl="revTx">
        <dgm:varLst>
          <dgm:chMax val="1"/>
          <dgm:chPref val="1"/>
          <dgm:bulletEnabled val="1"/>
        </dgm:varLst>
        <dgm:alg type="tx">
          <dgm:param type="shpTxLTRAlignCh" val="ctr"/>
          <dgm:param type="txAnchorVertCh" val="mid"/>
        </dgm:alg>
        <dgm:shape xmlns:r="http://schemas.openxmlformats.org/officeDocument/2006/relationships" type="rect" r:blip="" hideGeom="1">
          <dgm:adjLst/>
        </dgm:shape>
        <dgm:presOf axis="self" ptType="node"/>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forEach>
    <dgm:forEach name="Name73" axis="ch" ptType="node" st="5" cnt="1">
      <dgm:layoutNode name="Accent5">
        <dgm:alg type="sp"/>
        <dgm:shape xmlns:r="http://schemas.openxmlformats.org/officeDocument/2006/relationships" r:blip="">
          <dgm:adjLst/>
        </dgm:shape>
        <dgm:presOf/>
        <dgm:constrLst/>
        <dgm:forEach name="Name74" ref="accentRepeat"/>
      </dgm:layoutNode>
      <dgm:layoutNode name="ParentBackground5">
        <dgm:alg type="sp"/>
        <dgm:shape xmlns:r="http://schemas.openxmlformats.org/officeDocument/2006/relationships" r:blip="">
          <dgm:adjLst/>
        </dgm:shape>
        <dgm:presOf/>
        <dgm:forEach name="Name75" ref="parentBackgroundRepeat"/>
      </dgm:layoutNode>
      <dgm:choose name="Name76">
        <dgm:if name="Name77" axis="ch" ptType="node" func="cnt" op="gte" val="1">
          <dgm:layoutNode name="Child5" styleLbl="revTx">
            <dgm:varLst>
              <dgm:chMax val="0"/>
              <dgm:chPref val="0"/>
              <dgm:bulletEnabled val="1"/>
            </dgm:varLst>
            <dgm:alg type="tx">
              <dgm:param type="stBulletLvl" val="1"/>
              <dgm:param type="parTxLTRAlign" val="l"/>
              <dgm:param type="txAnchorVert" val="t"/>
            </dgm:alg>
            <dgm:shape xmlns:r="http://schemas.openxmlformats.org/officeDocument/2006/relationships" type="rect" r:blip="">
              <dgm:adjLst/>
            </dgm:shape>
            <dgm:presOf axis="des"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78"/>
      </dgm:choose>
      <dgm:layoutNode name="Parent5" styleLbl="revTx">
        <dgm:varLst>
          <dgm:chMax val="1"/>
          <dgm:chPref val="1"/>
          <dgm:bulletEnabled val="1"/>
        </dgm:varLst>
        <dgm:alg type="tx">
          <dgm:param type="shpTxLTRAlignCh" val="ctr"/>
          <dgm:param type="txAnchorVertCh" val="mid"/>
        </dgm:alg>
        <dgm:shape xmlns:r="http://schemas.openxmlformats.org/officeDocument/2006/relationships" type="rect" r:blip="" hideGeom="1">
          <dgm:adjLst/>
        </dgm:shape>
        <dgm:presOf axis="self" ptType="node"/>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forEach>
    <dgm:forEach name="Name79" axis="ch" ptType="node" st="4" cnt="1">
      <dgm:layoutNode name="Accent4">
        <dgm:alg type="sp"/>
        <dgm:shape xmlns:r="http://schemas.openxmlformats.org/officeDocument/2006/relationships" r:blip="">
          <dgm:adjLst/>
        </dgm:shape>
        <dgm:presOf/>
        <dgm:constrLst/>
        <dgm:forEach name="Name80" ref="accentRepeat"/>
      </dgm:layoutNode>
      <dgm:layoutNode name="ParentBackground4">
        <dgm:alg type="sp"/>
        <dgm:shape xmlns:r="http://schemas.openxmlformats.org/officeDocument/2006/relationships" r:blip="">
          <dgm:adjLst/>
        </dgm:shape>
        <dgm:presOf/>
        <dgm:forEach name="Name81" ref="parentBackgroundRepeat"/>
      </dgm:layoutNode>
      <dgm:choose name="Name82">
        <dgm:if name="Name83" axis="ch" ptType="node" func="cnt" op="gte" val="1">
          <dgm:layoutNode name="Child4" styleLbl="revTx">
            <dgm:varLst>
              <dgm:chMax val="0"/>
              <dgm:chPref val="0"/>
              <dgm:bulletEnabled val="1"/>
            </dgm:varLst>
            <dgm:alg type="tx">
              <dgm:param type="stBulletLvl" val="1"/>
              <dgm:param type="parTxLTRAlign" val="l"/>
              <dgm:param type="txAnchorVert" val="t"/>
            </dgm:alg>
            <dgm:shape xmlns:r="http://schemas.openxmlformats.org/officeDocument/2006/relationships" type="rect" r:blip="">
              <dgm:adjLst/>
            </dgm:shape>
            <dgm:presOf axis="des"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84"/>
      </dgm:choose>
      <dgm:layoutNode name="Parent4" styleLbl="revTx">
        <dgm:varLst>
          <dgm:chMax val="1"/>
          <dgm:chPref val="1"/>
          <dgm:bulletEnabled val="1"/>
        </dgm:varLst>
        <dgm:alg type="tx">
          <dgm:param type="shpTxLTRAlignCh" val="ctr"/>
          <dgm:param type="txAnchorVertCh" val="mid"/>
        </dgm:alg>
        <dgm:shape xmlns:r="http://schemas.openxmlformats.org/officeDocument/2006/relationships" type="rect" r:blip="" hideGeom="1">
          <dgm:adjLst/>
        </dgm:shape>
        <dgm:presOf axis="self" ptType="node"/>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forEach>
    <dgm:forEach name="Name85" axis="ch" ptType="node" st="3" cnt="1">
      <dgm:layoutNode name="Accent3">
        <dgm:alg type="sp"/>
        <dgm:shape xmlns:r="http://schemas.openxmlformats.org/officeDocument/2006/relationships" r:blip="">
          <dgm:adjLst/>
        </dgm:shape>
        <dgm:presOf/>
        <dgm:constrLst/>
        <dgm:forEach name="Name86" ref="accentRepeat"/>
      </dgm:layoutNode>
      <dgm:layoutNode name="ParentBackground3">
        <dgm:alg type="sp"/>
        <dgm:shape xmlns:r="http://schemas.openxmlformats.org/officeDocument/2006/relationships" r:blip="">
          <dgm:adjLst/>
        </dgm:shape>
        <dgm:presOf/>
        <dgm:forEach name="Name87" ref="parentBackgroundRepeat"/>
      </dgm:layoutNode>
      <dgm:choose name="Name88">
        <dgm:if name="Name89" axis="ch" ptType="node" func="cnt" op="gte" val="1">
          <dgm:layoutNode name="Child3" styleLbl="revTx">
            <dgm:varLst>
              <dgm:chMax val="0"/>
              <dgm:chPref val="0"/>
              <dgm:bulletEnabled val="1"/>
            </dgm:varLst>
            <dgm:alg type="tx">
              <dgm:param type="stBulletLvl" val="1"/>
              <dgm:param type="parTxLTRAlign" val="l"/>
              <dgm:param type="txAnchorVert" val="t"/>
            </dgm:alg>
            <dgm:shape xmlns:r="http://schemas.openxmlformats.org/officeDocument/2006/relationships" type="rect" r:blip="">
              <dgm:adjLst/>
            </dgm:shape>
            <dgm:presOf axis="des"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90"/>
      </dgm:choose>
      <dgm:layoutNode name="Parent3" styleLbl="revTx">
        <dgm:varLst>
          <dgm:chMax val="1"/>
          <dgm:chPref val="1"/>
          <dgm:bulletEnabled val="1"/>
        </dgm:varLst>
        <dgm:alg type="tx">
          <dgm:param type="shpTxLTRAlignCh" val="ctr"/>
          <dgm:param type="txAnchorVertCh" val="mid"/>
        </dgm:alg>
        <dgm:shape xmlns:r="http://schemas.openxmlformats.org/officeDocument/2006/relationships" type="rect" r:blip="" hideGeom="1">
          <dgm:adjLst/>
        </dgm:shape>
        <dgm:presOf axis="self" ptType="node"/>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forEach>
    <dgm:forEach name="Name91" axis="ch" ptType="node" st="2" cnt="1">
      <dgm:layoutNode name="Accent2">
        <dgm:alg type="sp"/>
        <dgm:shape xmlns:r="http://schemas.openxmlformats.org/officeDocument/2006/relationships" r:blip="">
          <dgm:adjLst/>
        </dgm:shape>
        <dgm:presOf/>
        <dgm:constrLst/>
        <dgm:forEach name="Name92" ref="accentRepeat"/>
      </dgm:layoutNode>
      <dgm:layoutNode name="ParentBackground2" styleLbl="fgAcc1">
        <dgm:alg type="sp"/>
        <dgm:shape xmlns:r="http://schemas.openxmlformats.org/officeDocument/2006/relationships" r:blip="">
          <dgm:adjLst/>
        </dgm:shape>
        <dgm:presOf/>
        <dgm:forEach name="Name93" ref="parentBackgroundRepeat"/>
      </dgm:layoutNode>
      <dgm:choose name="Name94">
        <dgm:if name="Name95" axis="ch" ptType="node" func="cnt" op="gte" val="1">
          <dgm:layoutNode name="Child2" styleLbl="revTx">
            <dgm:varLst>
              <dgm:chMax val="0"/>
              <dgm:chPref val="0"/>
              <dgm:bulletEnabled val="1"/>
            </dgm:varLst>
            <dgm:alg type="tx">
              <dgm:param type="stBulletLvl" val="1"/>
              <dgm:param type="parTxLTRAlign" val="l"/>
              <dgm:param type="txAnchorVert" val="t"/>
            </dgm:alg>
            <dgm:shape xmlns:r="http://schemas.openxmlformats.org/officeDocument/2006/relationships" type="rect" r:blip="">
              <dgm:adjLst/>
            </dgm:shape>
            <dgm:presOf axis="des"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96"/>
      </dgm:choose>
      <dgm:layoutNode name="Parent2" styleLbl="revTx">
        <dgm:varLst>
          <dgm:chMax val="1"/>
          <dgm:chPref val="1"/>
          <dgm:bulletEnabled val="1"/>
        </dgm:varLst>
        <dgm:alg type="tx">
          <dgm:param type="shpTxLTRAlignCh" val="ctr"/>
          <dgm:param type="txAnchorVertCh" val="mid"/>
        </dgm:alg>
        <dgm:shape xmlns:r="http://schemas.openxmlformats.org/officeDocument/2006/relationships" type="rect" r:blip="" hideGeom="1">
          <dgm:adjLst/>
        </dgm:shape>
        <dgm:presOf axis="self" ptType="node"/>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forEach>
    <dgm:forEach name="Name97" axis="ch" ptType="node" cnt="1">
      <dgm:layoutNode name="Accent1">
        <dgm:alg type="sp"/>
        <dgm:shape xmlns:r="http://schemas.openxmlformats.org/officeDocument/2006/relationships" r:blip="">
          <dgm:adjLst/>
        </dgm:shape>
        <dgm:presOf/>
        <dgm:constrLst/>
        <dgm:forEach name="Name98" ref="accentRepeat"/>
      </dgm:layoutNode>
      <dgm:layoutNode name="ParentBackground1">
        <dgm:alg type="sp"/>
        <dgm:shape xmlns:r="http://schemas.openxmlformats.org/officeDocument/2006/relationships" r:blip="">
          <dgm:adjLst/>
        </dgm:shape>
        <dgm:presOf/>
        <dgm:forEach name="Name99" ref="parentBackgroundRepeat"/>
      </dgm:layoutNode>
      <dgm:choose name="Name100">
        <dgm:if name="Name101" axis="ch" ptType="node" func="cnt" op="gte" val="1">
          <dgm:layoutNode name="Child1" styleLbl="revTx">
            <dgm:varLst>
              <dgm:chMax val="0"/>
              <dgm:chPref val="0"/>
              <dgm:bulletEnabled val="1"/>
            </dgm:varLst>
            <dgm:alg type="tx">
              <dgm:param type="stBulletLvl" val="1"/>
              <dgm:param type="parTxLTRAlign" val="l"/>
              <dgm:param type="txAnchorVert" val="t"/>
            </dgm:alg>
            <dgm:shape xmlns:r="http://schemas.openxmlformats.org/officeDocument/2006/relationships" type="rect" r:blip="">
              <dgm:adjLst/>
            </dgm:shape>
            <dgm:presOf axis="des"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102"/>
      </dgm:choose>
      <dgm:layoutNode name="Parent1" styleLbl="revTx">
        <dgm:varLst>
          <dgm:chMax val="1"/>
          <dgm:chPref val="1"/>
          <dgm:bulletEnabled val="1"/>
        </dgm:varLst>
        <dgm:alg type="tx">
          <dgm:param type="shpTxLTRAlignCh" val="ctr"/>
          <dgm:param type="txAnchorVertCh" val="mid"/>
        </dgm:alg>
        <dgm:shape xmlns:r="http://schemas.openxmlformats.org/officeDocument/2006/relationships" type="rect" r:blip="" hideGeom="1">
          <dgm:adjLst/>
        </dgm:shape>
        <dgm:presOf axis="self" ptType="node"/>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marR="0" lvl="0"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1pPr>
            <a:lvl2pPr marL="914400" marR="0" lvl="1"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2pPr>
            <a:lvl3pPr marL="1371600" marR="0" lvl="2"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3pPr>
            <a:lvl4pPr marL="1828800" marR="0" lvl="3"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4pPr>
            <a:lvl5pPr marL="2286000" marR="0" lvl="4"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5pPr>
            <a:lvl6pPr marL="2743200" marR="0" lvl="5"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6pPr>
            <a:lvl7pPr marL="3200400" marR="0" lvl="6"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7pPr>
            <a:lvl8pPr marL="3657600" marR="0" lvl="7"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8pPr>
            <a:lvl9pPr marL="4114800" marR="0" lvl="8"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9pPr>
          </a:lstStyle>
          <a:p>
            <a:endParaRPr/>
          </a:p>
        </p:txBody>
      </p:sp>
    </p:spTree>
    <p:extLst>
      <p:ext uri="{BB962C8B-B14F-4D97-AF65-F5344CB8AC3E}">
        <p14:creationId xmlns:p14="http://schemas.microsoft.com/office/powerpoint/2010/main" val="293080257"/>
      </p:ext>
    </p:extLst>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533400" y="763588"/>
            <a:ext cx="6704013" cy="3771900"/>
          </a:xfrm>
        </p:spPr>
      </p:sp>
      <p:sp>
        <p:nvSpPr>
          <p:cNvPr id="3" name="Notes Placeholder 2"/>
          <p:cNvSpPr>
            <a:spLocks noGrp="1"/>
          </p:cNvSpPr>
          <p:nvPr>
            <p:ph type="body" idx="1"/>
          </p:nvPr>
        </p:nvSpPr>
        <p:spPr/>
        <p:txBody>
          <a:bodyPr/>
          <a:lstStyle/>
          <a:p>
            <a:pPr marL="158750" indent="0">
              <a:buNone/>
            </a:pPr>
            <a:endParaRPr lang="en-US" b="1"/>
          </a:p>
        </p:txBody>
      </p:sp>
      <p:sp>
        <p:nvSpPr>
          <p:cNvPr id="4" name="Slide Number Placeholder 3"/>
          <p:cNvSpPr>
            <a:spLocks noGrp="1"/>
          </p:cNvSpPr>
          <p:nvPr>
            <p:ph type="sldNum"/>
          </p:nvPr>
        </p:nvSpPr>
        <p:spPr/>
        <p:txBody>
          <a:bodyPr/>
          <a:lstStyle/>
          <a:p>
            <a:pPr algn="r"/>
            <a:fld id="{023E65BA-FB28-47C4-A217-44F00343302E}" type="slidenum">
              <a:rPr lang="en-US" sz="1400" b="0" strike="noStrike" spc="-1">
                <a:latin typeface="Times New Roman"/>
              </a:rPr>
              <a:t>1</a:t>
            </a:fld>
            <a:endParaRPr lang="en-US" sz="1400" b="0" strike="noStrike" spc="-1">
              <a:latin typeface="Times New Roman"/>
            </a:endParaRPr>
          </a:p>
        </p:txBody>
      </p:sp>
    </p:spTree>
    <p:extLst>
      <p:ext uri="{BB962C8B-B14F-4D97-AF65-F5344CB8AC3E}">
        <p14:creationId xmlns:p14="http://schemas.microsoft.com/office/powerpoint/2010/main" val="373693624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7"/>
        <p:cNvGrpSpPr/>
        <p:nvPr/>
      </p:nvGrpSpPr>
      <p:grpSpPr>
        <a:xfrm>
          <a:off x="0" y="0"/>
          <a:ext cx="0" cy="0"/>
          <a:chOff x="0" y="0"/>
          <a:chExt cx="0" cy="0"/>
        </a:xfrm>
      </p:grpSpPr>
      <p:sp>
        <p:nvSpPr>
          <p:cNvPr id="58" name="Google Shape;58;g5fab984687_2_0: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lvl="0" algn="l">
              <a:lnSpc>
                <a:spcPct val="100000"/>
              </a:lnSpc>
              <a:spcBef>
                <a:spcPts val="0"/>
              </a:spcBef>
              <a:spcAft>
                <a:spcPts val="0"/>
              </a:spcAft>
              <a:buSzPts val="1100"/>
              <a:buNone/>
            </a:pPr>
            <a:endParaRPr lang="en" b="1"/>
          </a:p>
        </p:txBody>
      </p:sp>
      <p:sp>
        <p:nvSpPr>
          <p:cNvPr id="59" name="Google Shape;59;g5fab984687_2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59347520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7"/>
        <p:cNvGrpSpPr/>
        <p:nvPr/>
      </p:nvGrpSpPr>
      <p:grpSpPr>
        <a:xfrm>
          <a:off x="0" y="0"/>
          <a:ext cx="0" cy="0"/>
          <a:chOff x="0" y="0"/>
          <a:chExt cx="0" cy="0"/>
        </a:xfrm>
      </p:grpSpPr>
      <p:sp>
        <p:nvSpPr>
          <p:cNvPr id="58" name="Google Shape;58;g5fab984687_2_0: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indent="0">
              <a:buNone/>
            </a:pPr>
            <a:endParaRPr lang="en-US" b="1"/>
          </a:p>
        </p:txBody>
      </p:sp>
      <p:sp>
        <p:nvSpPr>
          <p:cNvPr id="59" name="Google Shape;59;g5fab984687_2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308116871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7"/>
        <p:cNvGrpSpPr/>
        <p:nvPr/>
      </p:nvGrpSpPr>
      <p:grpSpPr>
        <a:xfrm>
          <a:off x="0" y="0"/>
          <a:ext cx="0" cy="0"/>
          <a:chOff x="0" y="0"/>
          <a:chExt cx="0" cy="0"/>
        </a:xfrm>
      </p:grpSpPr>
      <p:sp>
        <p:nvSpPr>
          <p:cNvPr id="58" name="Google Shape;58;g5fab984687_2_0: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indent="0">
              <a:buNone/>
            </a:pPr>
            <a:endParaRPr lang="en-US" b="1"/>
          </a:p>
        </p:txBody>
      </p:sp>
      <p:sp>
        <p:nvSpPr>
          <p:cNvPr id="59" name="Google Shape;59;g5fab984687_2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2124961719"/>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7"/>
        <p:cNvGrpSpPr/>
        <p:nvPr/>
      </p:nvGrpSpPr>
      <p:grpSpPr>
        <a:xfrm>
          <a:off x="0" y="0"/>
          <a:ext cx="0" cy="0"/>
          <a:chOff x="0" y="0"/>
          <a:chExt cx="0" cy="0"/>
        </a:xfrm>
      </p:grpSpPr>
      <p:sp>
        <p:nvSpPr>
          <p:cNvPr id="58" name="Google Shape;58;g5fab984687_2_0: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indent="0">
              <a:buNone/>
            </a:pPr>
            <a:endParaRPr lang="en-US" b="1"/>
          </a:p>
        </p:txBody>
      </p:sp>
      <p:sp>
        <p:nvSpPr>
          <p:cNvPr id="59" name="Google Shape;59;g5fab984687_2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3845825619"/>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7"/>
        <p:cNvGrpSpPr/>
        <p:nvPr/>
      </p:nvGrpSpPr>
      <p:grpSpPr>
        <a:xfrm>
          <a:off x="0" y="0"/>
          <a:ext cx="0" cy="0"/>
          <a:chOff x="0" y="0"/>
          <a:chExt cx="0" cy="0"/>
        </a:xfrm>
      </p:grpSpPr>
      <p:sp>
        <p:nvSpPr>
          <p:cNvPr id="58" name="Google Shape;58;g5fab984687_2_0: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indent="0">
              <a:buNone/>
            </a:pPr>
            <a:endParaRPr lang="en-US" b="1"/>
          </a:p>
        </p:txBody>
      </p:sp>
      <p:sp>
        <p:nvSpPr>
          <p:cNvPr id="59" name="Google Shape;59;g5fab984687_2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745323984"/>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7"/>
        <p:cNvGrpSpPr/>
        <p:nvPr/>
      </p:nvGrpSpPr>
      <p:grpSpPr>
        <a:xfrm>
          <a:off x="0" y="0"/>
          <a:ext cx="0" cy="0"/>
          <a:chOff x="0" y="0"/>
          <a:chExt cx="0" cy="0"/>
        </a:xfrm>
      </p:grpSpPr>
      <p:sp>
        <p:nvSpPr>
          <p:cNvPr id="58" name="Google Shape;58;g5fab984687_2_0: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indent="0">
              <a:buNone/>
            </a:pPr>
            <a:endParaRPr lang="en-US" b="1"/>
          </a:p>
        </p:txBody>
      </p:sp>
      <p:sp>
        <p:nvSpPr>
          <p:cNvPr id="59" name="Google Shape;59;g5fab984687_2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3667122478"/>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7"/>
        <p:cNvGrpSpPr/>
        <p:nvPr/>
      </p:nvGrpSpPr>
      <p:grpSpPr>
        <a:xfrm>
          <a:off x="0" y="0"/>
          <a:ext cx="0" cy="0"/>
          <a:chOff x="0" y="0"/>
          <a:chExt cx="0" cy="0"/>
        </a:xfrm>
      </p:grpSpPr>
      <p:sp>
        <p:nvSpPr>
          <p:cNvPr id="58" name="Google Shape;58;g5fab984687_2_0: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indent="0">
              <a:buNone/>
            </a:pPr>
            <a:endParaRPr lang="en-US" b="1"/>
          </a:p>
        </p:txBody>
      </p:sp>
      <p:sp>
        <p:nvSpPr>
          <p:cNvPr id="59" name="Google Shape;59;g5fab984687_2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1224673192"/>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7"/>
        <p:cNvGrpSpPr/>
        <p:nvPr/>
      </p:nvGrpSpPr>
      <p:grpSpPr>
        <a:xfrm>
          <a:off x="0" y="0"/>
          <a:ext cx="0" cy="0"/>
          <a:chOff x="0" y="0"/>
          <a:chExt cx="0" cy="0"/>
        </a:xfrm>
      </p:grpSpPr>
      <p:sp>
        <p:nvSpPr>
          <p:cNvPr id="58" name="Google Shape;58;g5fab984687_2_0: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indent="0">
              <a:buNone/>
            </a:pPr>
            <a:endParaRPr lang="en-US" b="1"/>
          </a:p>
        </p:txBody>
      </p:sp>
      <p:sp>
        <p:nvSpPr>
          <p:cNvPr id="59" name="Google Shape;59;g5fab984687_2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174812337"/>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pPr marL="0" indent="0">
              <a:buNone/>
            </a:pPr>
            <a:r>
              <a:rPr lang="en-US" b="1" spc="-5" dirty="0">
                <a:solidFill>
                  <a:srgbClr val="223366"/>
                </a:solidFill>
              </a:rPr>
              <a:t>Thank You !!</a:t>
            </a:r>
            <a:endParaRPr lang="en-US" sz="1100" b="1" spc="-5" dirty="0">
              <a:solidFill>
                <a:srgbClr val="223366"/>
              </a:solidFill>
            </a:endParaRPr>
          </a:p>
        </p:txBody>
      </p:sp>
    </p:spTree>
    <p:extLst>
      <p:ext uri="{BB962C8B-B14F-4D97-AF65-F5344CB8AC3E}">
        <p14:creationId xmlns:p14="http://schemas.microsoft.com/office/powerpoint/2010/main" val="127230713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and body" userDrawn="1">
  <p:cSld name="TITLE_AND_BODY">
    <p:spTree>
      <p:nvGrpSpPr>
        <p:cNvPr id="1" name="Shape 13"/>
        <p:cNvGrpSpPr/>
        <p:nvPr/>
      </p:nvGrpSpPr>
      <p:grpSpPr>
        <a:xfrm>
          <a:off x="0" y="0"/>
          <a:ext cx="0" cy="0"/>
          <a:chOff x="0" y="0"/>
          <a:chExt cx="0" cy="0"/>
        </a:xfrm>
      </p:grpSpPr>
      <p:sp>
        <p:nvSpPr>
          <p:cNvPr id="16" name="Google Shape;16;p26"/>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One column text">
  <p:cSld name="ONE_COLUMN_TEXT">
    <p:spTree>
      <p:nvGrpSpPr>
        <p:cNvPr id="1" name="Shape 28"/>
        <p:cNvGrpSpPr/>
        <p:nvPr/>
      </p:nvGrpSpPr>
      <p:grpSpPr>
        <a:xfrm>
          <a:off x="0" y="0"/>
          <a:ext cx="0" cy="0"/>
          <a:chOff x="0" y="0"/>
          <a:chExt cx="0" cy="0"/>
        </a:xfrm>
      </p:grpSpPr>
      <p:sp>
        <p:nvSpPr>
          <p:cNvPr id="29" name="Google Shape;29;p30"/>
          <p:cNvSpPr txBox="1">
            <a:spLocks noGrp="1"/>
          </p:cNvSpPr>
          <p:nvPr>
            <p:ph type="title"/>
          </p:nvPr>
        </p:nvSpPr>
        <p:spPr>
          <a:xfrm>
            <a:off x="311700" y="555600"/>
            <a:ext cx="2808000" cy="755700"/>
          </a:xfrm>
          <a:prstGeom prst="rect">
            <a:avLst/>
          </a:prstGeom>
          <a:noFill/>
          <a:ln>
            <a:noFill/>
          </a:ln>
        </p:spPr>
        <p:txBody>
          <a:bodyPr spcFirstLastPara="1" wrap="square" lIns="91425" tIns="91425" rIns="91425" bIns="91425" anchor="b" anchorCtr="0">
            <a:noAutofit/>
          </a:bodyPr>
          <a:lstStyle>
            <a:lvl1pPr lvl="0" algn="l">
              <a:lnSpc>
                <a:spcPct val="100000"/>
              </a:lnSpc>
              <a:spcBef>
                <a:spcPts val="0"/>
              </a:spcBef>
              <a:spcAft>
                <a:spcPts val="0"/>
              </a:spcAft>
              <a:buSzPts val="2400"/>
              <a:buNone/>
              <a:defRPr sz="2400"/>
            </a:lvl1pPr>
            <a:lvl2pPr lvl="1" algn="l">
              <a:lnSpc>
                <a:spcPct val="100000"/>
              </a:lnSpc>
              <a:spcBef>
                <a:spcPts val="0"/>
              </a:spcBef>
              <a:spcAft>
                <a:spcPts val="0"/>
              </a:spcAft>
              <a:buSzPts val="2400"/>
              <a:buNone/>
              <a:defRPr sz="2400"/>
            </a:lvl2pPr>
            <a:lvl3pPr lvl="2" algn="l">
              <a:lnSpc>
                <a:spcPct val="100000"/>
              </a:lnSpc>
              <a:spcBef>
                <a:spcPts val="0"/>
              </a:spcBef>
              <a:spcAft>
                <a:spcPts val="0"/>
              </a:spcAft>
              <a:buSzPts val="2400"/>
              <a:buNone/>
              <a:defRPr sz="2400"/>
            </a:lvl3pPr>
            <a:lvl4pPr lvl="3" algn="l">
              <a:lnSpc>
                <a:spcPct val="100000"/>
              </a:lnSpc>
              <a:spcBef>
                <a:spcPts val="0"/>
              </a:spcBef>
              <a:spcAft>
                <a:spcPts val="0"/>
              </a:spcAft>
              <a:buSzPts val="2400"/>
              <a:buNone/>
              <a:defRPr sz="2400"/>
            </a:lvl4pPr>
            <a:lvl5pPr lvl="4" algn="l">
              <a:lnSpc>
                <a:spcPct val="100000"/>
              </a:lnSpc>
              <a:spcBef>
                <a:spcPts val="0"/>
              </a:spcBef>
              <a:spcAft>
                <a:spcPts val="0"/>
              </a:spcAft>
              <a:buSzPts val="2400"/>
              <a:buNone/>
              <a:defRPr sz="2400"/>
            </a:lvl5pPr>
            <a:lvl6pPr lvl="5" algn="l">
              <a:lnSpc>
                <a:spcPct val="100000"/>
              </a:lnSpc>
              <a:spcBef>
                <a:spcPts val="0"/>
              </a:spcBef>
              <a:spcAft>
                <a:spcPts val="0"/>
              </a:spcAft>
              <a:buSzPts val="2400"/>
              <a:buNone/>
              <a:defRPr sz="2400"/>
            </a:lvl6pPr>
            <a:lvl7pPr lvl="6" algn="l">
              <a:lnSpc>
                <a:spcPct val="100000"/>
              </a:lnSpc>
              <a:spcBef>
                <a:spcPts val="0"/>
              </a:spcBef>
              <a:spcAft>
                <a:spcPts val="0"/>
              </a:spcAft>
              <a:buSzPts val="2400"/>
              <a:buNone/>
              <a:defRPr sz="2400"/>
            </a:lvl7pPr>
            <a:lvl8pPr lvl="7" algn="l">
              <a:lnSpc>
                <a:spcPct val="100000"/>
              </a:lnSpc>
              <a:spcBef>
                <a:spcPts val="0"/>
              </a:spcBef>
              <a:spcAft>
                <a:spcPts val="0"/>
              </a:spcAft>
              <a:buSzPts val="2400"/>
              <a:buNone/>
              <a:defRPr sz="2400"/>
            </a:lvl8pPr>
            <a:lvl9pPr lvl="8" algn="l">
              <a:lnSpc>
                <a:spcPct val="100000"/>
              </a:lnSpc>
              <a:spcBef>
                <a:spcPts val="0"/>
              </a:spcBef>
              <a:spcAft>
                <a:spcPts val="0"/>
              </a:spcAft>
              <a:buSzPts val="2400"/>
              <a:buNone/>
              <a:defRPr sz="2400"/>
            </a:lvl9pPr>
          </a:lstStyle>
          <a:p>
            <a:endParaRPr/>
          </a:p>
        </p:txBody>
      </p:sp>
      <p:sp>
        <p:nvSpPr>
          <p:cNvPr id="30" name="Google Shape;30;p30"/>
          <p:cNvSpPr txBox="1">
            <a:spLocks noGrp="1"/>
          </p:cNvSpPr>
          <p:nvPr>
            <p:ph type="body" idx="1"/>
          </p:nvPr>
        </p:nvSpPr>
        <p:spPr>
          <a:xfrm>
            <a:off x="311700" y="1389600"/>
            <a:ext cx="2808000" cy="3179400"/>
          </a:xfrm>
          <a:prstGeom prst="rect">
            <a:avLst/>
          </a:prstGeom>
          <a:noFill/>
          <a:ln>
            <a:noFill/>
          </a:ln>
        </p:spPr>
        <p:txBody>
          <a:bodyPr spcFirstLastPara="1" wrap="square" lIns="91425" tIns="91425" rIns="91425" bIns="91425" anchor="t" anchorCtr="0">
            <a:noAutofit/>
          </a:bodyPr>
          <a:lstStyle>
            <a:lvl1pPr marL="457189" lvl="0" indent="-304793" algn="l">
              <a:lnSpc>
                <a:spcPct val="115000"/>
              </a:lnSpc>
              <a:spcBef>
                <a:spcPts val="0"/>
              </a:spcBef>
              <a:spcAft>
                <a:spcPts val="0"/>
              </a:spcAft>
              <a:buSzPts val="1200"/>
              <a:buChar char="●"/>
              <a:defRPr sz="1200"/>
            </a:lvl1pPr>
            <a:lvl2pPr marL="914378" lvl="1" indent="-304793" algn="l">
              <a:lnSpc>
                <a:spcPct val="115000"/>
              </a:lnSpc>
              <a:spcBef>
                <a:spcPts val="1600"/>
              </a:spcBef>
              <a:spcAft>
                <a:spcPts val="0"/>
              </a:spcAft>
              <a:buSzPts val="1200"/>
              <a:buChar char="○"/>
              <a:defRPr sz="1200"/>
            </a:lvl2pPr>
            <a:lvl3pPr marL="1371566" lvl="2" indent="-304793" algn="l">
              <a:lnSpc>
                <a:spcPct val="115000"/>
              </a:lnSpc>
              <a:spcBef>
                <a:spcPts val="1600"/>
              </a:spcBef>
              <a:spcAft>
                <a:spcPts val="0"/>
              </a:spcAft>
              <a:buSzPts val="1200"/>
              <a:buChar char="■"/>
              <a:defRPr sz="1200"/>
            </a:lvl3pPr>
            <a:lvl4pPr marL="1828754" lvl="3" indent="-304793" algn="l">
              <a:lnSpc>
                <a:spcPct val="115000"/>
              </a:lnSpc>
              <a:spcBef>
                <a:spcPts val="1600"/>
              </a:spcBef>
              <a:spcAft>
                <a:spcPts val="0"/>
              </a:spcAft>
              <a:buSzPts val="1200"/>
              <a:buChar char="●"/>
              <a:defRPr sz="1200"/>
            </a:lvl4pPr>
            <a:lvl5pPr marL="2285943" lvl="4" indent="-304793" algn="l">
              <a:lnSpc>
                <a:spcPct val="115000"/>
              </a:lnSpc>
              <a:spcBef>
                <a:spcPts val="1600"/>
              </a:spcBef>
              <a:spcAft>
                <a:spcPts val="0"/>
              </a:spcAft>
              <a:buSzPts val="1200"/>
              <a:buChar char="○"/>
              <a:defRPr sz="1200"/>
            </a:lvl5pPr>
            <a:lvl6pPr marL="2743132" lvl="5" indent="-304793" algn="l">
              <a:lnSpc>
                <a:spcPct val="115000"/>
              </a:lnSpc>
              <a:spcBef>
                <a:spcPts val="1600"/>
              </a:spcBef>
              <a:spcAft>
                <a:spcPts val="0"/>
              </a:spcAft>
              <a:buSzPts val="1200"/>
              <a:buChar char="■"/>
              <a:defRPr sz="1200"/>
            </a:lvl6pPr>
            <a:lvl7pPr marL="3200320" lvl="6" indent="-304793" algn="l">
              <a:lnSpc>
                <a:spcPct val="115000"/>
              </a:lnSpc>
              <a:spcBef>
                <a:spcPts val="1600"/>
              </a:spcBef>
              <a:spcAft>
                <a:spcPts val="0"/>
              </a:spcAft>
              <a:buSzPts val="1200"/>
              <a:buChar char="●"/>
              <a:defRPr sz="1200"/>
            </a:lvl7pPr>
            <a:lvl8pPr marL="3657509" lvl="7" indent="-304793" algn="l">
              <a:lnSpc>
                <a:spcPct val="115000"/>
              </a:lnSpc>
              <a:spcBef>
                <a:spcPts val="1600"/>
              </a:spcBef>
              <a:spcAft>
                <a:spcPts val="0"/>
              </a:spcAft>
              <a:buSzPts val="1200"/>
              <a:buChar char="○"/>
              <a:defRPr sz="1200"/>
            </a:lvl8pPr>
            <a:lvl9pPr marL="4114697" lvl="8" indent="-304793" algn="l">
              <a:lnSpc>
                <a:spcPct val="115000"/>
              </a:lnSpc>
              <a:spcBef>
                <a:spcPts val="1600"/>
              </a:spcBef>
              <a:spcAft>
                <a:spcPts val="1600"/>
              </a:spcAft>
              <a:buSzPts val="1200"/>
              <a:buChar char="■"/>
              <a:defRPr sz="1200"/>
            </a:lvl9pPr>
          </a:lstStyle>
          <a:p>
            <a:endParaRPr/>
          </a:p>
        </p:txBody>
      </p:sp>
      <p:sp>
        <p:nvSpPr>
          <p:cNvPr id="31" name="Google Shape;31;p30"/>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pPr marL="0" lvl="0" indent="0" algn="r" rtl="0">
                <a:spcBef>
                  <a:spcPts val="0"/>
                </a:spcBef>
                <a:spcAft>
                  <a:spcPts val="0"/>
                </a:spcAft>
                <a:buNone/>
              </a:pPr>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two columns" type="twoColTx">
  <p:cSld name="TITLE_AND_TWO_COLUMNS">
    <p:spTree>
      <p:nvGrpSpPr>
        <p:cNvPr id="1" name="Shape 20"/>
        <p:cNvGrpSpPr/>
        <p:nvPr/>
      </p:nvGrpSpPr>
      <p:grpSpPr>
        <a:xfrm>
          <a:off x="0" y="0"/>
          <a:ext cx="0" cy="0"/>
          <a:chOff x="0" y="0"/>
          <a:chExt cx="0" cy="0"/>
        </a:xfrm>
      </p:grpSpPr>
      <p:sp>
        <p:nvSpPr>
          <p:cNvPr id="21" name="Google Shape;21;p28"/>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a:endParaRPr/>
          </a:p>
        </p:txBody>
      </p:sp>
      <p:sp>
        <p:nvSpPr>
          <p:cNvPr id="22" name="Google Shape;22;p28"/>
          <p:cNvSpPr txBox="1">
            <a:spLocks noGrp="1"/>
          </p:cNvSpPr>
          <p:nvPr>
            <p:ph type="body" idx="1"/>
          </p:nvPr>
        </p:nvSpPr>
        <p:spPr>
          <a:xfrm>
            <a:off x="311700" y="1152475"/>
            <a:ext cx="3999900" cy="3416400"/>
          </a:xfrm>
          <a:prstGeom prst="rect">
            <a:avLst/>
          </a:prstGeom>
          <a:noFill/>
          <a:ln>
            <a:noFill/>
          </a:ln>
        </p:spPr>
        <p:txBody>
          <a:bodyPr spcFirstLastPara="1" wrap="square" lIns="91425" tIns="91425" rIns="91425" bIns="91425" anchor="t" anchorCtr="0">
            <a:noAutofit/>
          </a:bodyPr>
          <a:lstStyle>
            <a:lvl1pPr marL="457200" lvl="0" indent="-317500" algn="l">
              <a:lnSpc>
                <a:spcPct val="115000"/>
              </a:lnSpc>
              <a:spcBef>
                <a:spcPts val="0"/>
              </a:spcBef>
              <a:spcAft>
                <a:spcPts val="0"/>
              </a:spcAft>
              <a:buSzPts val="1400"/>
              <a:buChar char="●"/>
              <a:defRPr sz="1400"/>
            </a:lvl1pPr>
            <a:lvl2pPr marL="914400" lvl="1" indent="-304800" algn="l">
              <a:lnSpc>
                <a:spcPct val="115000"/>
              </a:lnSpc>
              <a:spcBef>
                <a:spcPts val="1600"/>
              </a:spcBef>
              <a:spcAft>
                <a:spcPts val="0"/>
              </a:spcAft>
              <a:buSzPts val="1200"/>
              <a:buChar char="○"/>
              <a:defRPr sz="1200"/>
            </a:lvl2pPr>
            <a:lvl3pPr marL="1371600" lvl="2" indent="-304800" algn="l">
              <a:lnSpc>
                <a:spcPct val="115000"/>
              </a:lnSpc>
              <a:spcBef>
                <a:spcPts val="1600"/>
              </a:spcBef>
              <a:spcAft>
                <a:spcPts val="0"/>
              </a:spcAft>
              <a:buSzPts val="1200"/>
              <a:buChar char="■"/>
              <a:defRPr sz="1200"/>
            </a:lvl3pPr>
            <a:lvl4pPr marL="1828800" lvl="3" indent="-304800" algn="l">
              <a:lnSpc>
                <a:spcPct val="115000"/>
              </a:lnSpc>
              <a:spcBef>
                <a:spcPts val="1600"/>
              </a:spcBef>
              <a:spcAft>
                <a:spcPts val="0"/>
              </a:spcAft>
              <a:buSzPts val="1200"/>
              <a:buChar char="●"/>
              <a:defRPr sz="1200"/>
            </a:lvl4pPr>
            <a:lvl5pPr marL="2286000" lvl="4" indent="-304800" algn="l">
              <a:lnSpc>
                <a:spcPct val="115000"/>
              </a:lnSpc>
              <a:spcBef>
                <a:spcPts val="1600"/>
              </a:spcBef>
              <a:spcAft>
                <a:spcPts val="0"/>
              </a:spcAft>
              <a:buSzPts val="1200"/>
              <a:buChar char="○"/>
              <a:defRPr sz="1200"/>
            </a:lvl5pPr>
            <a:lvl6pPr marL="2743200" lvl="5" indent="-304800" algn="l">
              <a:lnSpc>
                <a:spcPct val="115000"/>
              </a:lnSpc>
              <a:spcBef>
                <a:spcPts val="1600"/>
              </a:spcBef>
              <a:spcAft>
                <a:spcPts val="0"/>
              </a:spcAft>
              <a:buSzPts val="1200"/>
              <a:buChar char="■"/>
              <a:defRPr sz="1200"/>
            </a:lvl6pPr>
            <a:lvl7pPr marL="3200400" lvl="6" indent="-304800" algn="l">
              <a:lnSpc>
                <a:spcPct val="115000"/>
              </a:lnSpc>
              <a:spcBef>
                <a:spcPts val="1600"/>
              </a:spcBef>
              <a:spcAft>
                <a:spcPts val="0"/>
              </a:spcAft>
              <a:buSzPts val="1200"/>
              <a:buChar char="●"/>
              <a:defRPr sz="1200"/>
            </a:lvl7pPr>
            <a:lvl8pPr marL="3657600" lvl="7" indent="-304800" algn="l">
              <a:lnSpc>
                <a:spcPct val="115000"/>
              </a:lnSpc>
              <a:spcBef>
                <a:spcPts val="1600"/>
              </a:spcBef>
              <a:spcAft>
                <a:spcPts val="0"/>
              </a:spcAft>
              <a:buSzPts val="1200"/>
              <a:buChar char="○"/>
              <a:defRPr sz="1200"/>
            </a:lvl8pPr>
            <a:lvl9pPr marL="4114800" lvl="8" indent="-304800" algn="l">
              <a:lnSpc>
                <a:spcPct val="115000"/>
              </a:lnSpc>
              <a:spcBef>
                <a:spcPts val="1600"/>
              </a:spcBef>
              <a:spcAft>
                <a:spcPts val="1600"/>
              </a:spcAft>
              <a:buSzPts val="1200"/>
              <a:buChar char="■"/>
              <a:defRPr sz="1200"/>
            </a:lvl9pPr>
          </a:lstStyle>
          <a:p>
            <a:endParaRPr/>
          </a:p>
        </p:txBody>
      </p:sp>
      <p:sp>
        <p:nvSpPr>
          <p:cNvPr id="23" name="Google Shape;23;p28"/>
          <p:cNvSpPr txBox="1">
            <a:spLocks noGrp="1"/>
          </p:cNvSpPr>
          <p:nvPr>
            <p:ph type="body" idx="2"/>
          </p:nvPr>
        </p:nvSpPr>
        <p:spPr>
          <a:xfrm>
            <a:off x="4832400" y="1152475"/>
            <a:ext cx="3999900" cy="3416400"/>
          </a:xfrm>
          <a:prstGeom prst="rect">
            <a:avLst/>
          </a:prstGeom>
          <a:noFill/>
          <a:ln>
            <a:noFill/>
          </a:ln>
        </p:spPr>
        <p:txBody>
          <a:bodyPr spcFirstLastPara="1" wrap="square" lIns="91425" tIns="91425" rIns="91425" bIns="91425" anchor="t" anchorCtr="0">
            <a:noAutofit/>
          </a:bodyPr>
          <a:lstStyle>
            <a:lvl1pPr marL="457200" lvl="0" indent="-317500" algn="l">
              <a:lnSpc>
                <a:spcPct val="115000"/>
              </a:lnSpc>
              <a:spcBef>
                <a:spcPts val="0"/>
              </a:spcBef>
              <a:spcAft>
                <a:spcPts val="0"/>
              </a:spcAft>
              <a:buSzPts val="1400"/>
              <a:buChar char="●"/>
              <a:defRPr sz="1400"/>
            </a:lvl1pPr>
            <a:lvl2pPr marL="914400" lvl="1" indent="-304800" algn="l">
              <a:lnSpc>
                <a:spcPct val="115000"/>
              </a:lnSpc>
              <a:spcBef>
                <a:spcPts val="1600"/>
              </a:spcBef>
              <a:spcAft>
                <a:spcPts val="0"/>
              </a:spcAft>
              <a:buSzPts val="1200"/>
              <a:buChar char="○"/>
              <a:defRPr sz="1200"/>
            </a:lvl2pPr>
            <a:lvl3pPr marL="1371600" lvl="2" indent="-304800" algn="l">
              <a:lnSpc>
                <a:spcPct val="115000"/>
              </a:lnSpc>
              <a:spcBef>
                <a:spcPts val="1600"/>
              </a:spcBef>
              <a:spcAft>
                <a:spcPts val="0"/>
              </a:spcAft>
              <a:buSzPts val="1200"/>
              <a:buChar char="■"/>
              <a:defRPr sz="1200"/>
            </a:lvl3pPr>
            <a:lvl4pPr marL="1828800" lvl="3" indent="-304800" algn="l">
              <a:lnSpc>
                <a:spcPct val="115000"/>
              </a:lnSpc>
              <a:spcBef>
                <a:spcPts val="1600"/>
              </a:spcBef>
              <a:spcAft>
                <a:spcPts val="0"/>
              </a:spcAft>
              <a:buSzPts val="1200"/>
              <a:buChar char="●"/>
              <a:defRPr sz="1200"/>
            </a:lvl4pPr>
            <a:lvl5pPr marL="2286000" lvl="4" indent="-304800" algn="l">
              <a:lnSpc>
                <a:spcPct val="115000"/>
              </a:lnSpc>
              <a:spcBef>
                <a:spcPts val="1600"/>
              </a:spcBef>
              <a:spcAft>
                <a:spcPts val="0"/>
              </a:spcAft>
              <a:buSzPts val="1200"/>
              <a:buChar char="○"/>
              <a:defRPr sz="1200"/>
            </a:lvl5pPr>
            <a:lvl6pPr marL="2743200" lvl="5" indent="-304800" algn="l">
              <a:lnSpc>
                <a:spcPct val="115000"/>
              </a:lnSpc>
              <a:spcBef>
                <a:spcPts val="1600"/>
              </a:spcBef>
              <a:spcAft>
                <a:spcPts val="0"/>
              </a:spcAft>
              <a:buSzPts val="1200"/>
              <a:buChar char="■"/>
              <a:defRPr sz="1200"/>
            </a:lvl6pPr>
            <a:lvl7pPr marL="3200400" lvl="6" indent="-304800" algn="l">
              <a:lnSpc>
                <a:spcPct val="115000"/>
              </a:lnSpc>
              <a:spcBef>
                <a:spcPts val="1600"/>
              </a:spcBef>
              <a:spcAft>
                <a:spcPts val="0"/>
              </a:spcAft>
              <a:buSzPts val="1200"/>
              <a:buChar char="●"/>
              <a:defRPr sz="1200"/>
            </a:lvl7pPr>
            <a:lvl8pPr marL="3657600" lvl="7" indent="-304800" algn="l">
              <a:lnSpc>
                <a:spcPct val="115000"/>
              </a:lnSpc>
              <a:spcBef>
                <a:spcPts val="1600"/>
              </a:spcBef>
              <a:spcAft>
                <a:spcPts val="0"/>
              </a:spcAft>
              <a:buSzPts val="1200"/>
              <a:buChar char="○"/>
              <a:defRPr sz="1200"/>
            </a:lvl8pPr>
            <a:lvl9pPr marL="4114800" lvl="8" indent="-304800" algn="l">
              <a:lnSpc>
                <a:spcPct val="115000"/>
              </a:lnSpc>
              <a:spcBef>
                <a:spcPts val="1600"/>
              </a:spcBef>
              <a:spcAft>
                <a:spcPts val="1600"/>
              </a:spcAft>
              <a:buSzPts val="1200"/>
              <a:buChar char="■"/>
              <a:defRPr sz="1200"/>
            </a:lvl9pPr>
          </a:lstStyle>
          <a:p>
            <a:endParaRPr/>
          </a:p>
        </p:txBody>
      </p:sp>
      <p:sp>
        <p:nvSpPr>
          <p:cNvPr id="24" name="Google Shape;24;p28"/>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One column text">
  <p:cSld name="ONE_COLUMN_TEXT">
    <p:spTree>
      <p:nvGrpSpPr>
        <p:cNvPr id="1" name="Shape 28"/>
        <p:cNvGrpSpPr/>
        <p:nvPr/>
      </p:nvGrpSpPr>
      <p:grpSpPr>
        <a:xfrm>
          <a:off x="0" y="0"/>
          <a:ext cx="0" cy="0"/>
          <a:chOff x="0" y="0"/>
          <a:chExt cx="0" cy="0"/>
        </a:xfrm>
      </p:grpSpPr>
      <p:sp>
        <p:nvSpPr>
          <p:cNvPr id="29" name="Google Shape;29;p30"/>
          <p:cNvSpPr txBox="1">
            <a:spLocks noGrp="1"/>
          </p:cNvSpPr>
          <p:nvPr>
            <p:ph type="title"/>
          </p:nvPr>
        </p:nvSpPr>
        <p:spPr>
          <a:xfrm>
            <a:off x="311700" y="555600"/>
            <a:ext cx="2808000" cy="755700"/>
          </a:xfrm>
          <a:prstGeom prst="rect">
            <a:avLst/>
          </a:prstGeom>
          <a:noFill/>
          <a:ln>
            <a:noFill/>
          </a:ln>
        </p:spPr>
        <p:txBody>
          <a:bodyPr spcFirstLastPara="1" wrap="square" lIns="91425" tIns="91425" rIns="91425" bIns="91425" anchor="b" anchorCtr="0">
            <a:noAutofit/>
          </a:bodyPr>
          <a:lstStyle>
            <a:lvl1pPr lvl="0" algn="l">
              <a:lnSpc>
                <a:spcPct val="100000"/>
              </a:lnSpc>
              <a:spcBef>
                <a:spcPts val="0"/>
              </a:spcBef>
              <a:spcAft>
                <a:spcPts val="0"/>
              </a:spcAft>
              <a:buSzPts val="2400"/>
              <a:buNone/>
              <a:defRPr sz="2400"/>
            </a:lvl1pPr>
            <a:lvl2pPr lvl="1" algn="l">
              <a:lnSpc>
                <a:spcPct val="100000"/>
              </a:lnSpc>
              <a:spcBef>
                <a:spcPts val="0"/>
              </a:spcBef>
              <a:spcAft>
                <a:spcPts val="0"/>
              </a:spcAft>
              <a:buSzPts val="2400"/>
              <a:buNone/>
              <a:defRPr sz="2400"/>
            </a:lvl2pPr>
            <a:lvl3pPr lvl="2" algn="l">
              <a:lnSpc>
                <a:spcPct val="100000"/>
              </a:lnSpc>
              <a:spcBef>
                <a:spcPts val="0"/>
              </a:spcBef>
              <a:spcAft>
                <a:spcPts val="0"/>
              </a:spcAft>
              <a:buSzPts val="2400"/>
              <a:buNone/>
              <a:defRPr sz="2400"/>
            </a:lvl3pPr>
            <a:lvl4pPr lvl="3" algn="l">
              <a:lnSpc>
                <a:spcPct val="100000"/>
              </a:lnSpc>
              <a:spcBef>
                <a:spcPts val="0"/>
              </a:spcBef>
              <a:spcAft>
                <a:spcPts val="0"/>
              </a:spcAft>
              <a:buSzPts val="2400"/>
              <a:buNone/>
              <a:defRPr sz="2400"/>
            </a:lvl4pPr>
            <a:lvl5pPr lvl="4" algn="l">
              <a:lnSpc>
                <a:spcPct val="100000"/>
              </a:lnSpc>
              <a:spcBef>
                <a:spcPts val="0"/>
              </a:spcBef>
              <a:spcAft>
                <a:spcPts val="0"/>
              </a:spcAft>
              <a:buSzPts val="2400"/>
              <a:buNone/>
              <a:defRPr sz="2400"/>
            </a:lvl5pPr>
            <a:lvl6pPr lvl="5" algn="l">
              <a:lnSpc>
                <a:spcPct val="100000"/>
              </a:lnSpc>
              <a:spcBef>
                <a:spcPts val="0"/>
              </a:spcBef>
              <a:spcAft>
                <a:spcPts val="0"/>
              </a:spcAft>
              <a:buSzPts val="2400"/>
              <a:buNone/>
              <a:defRPr sz="2400"/>
            </a:lvl6pPr>
            <a:lvl7pPr lvl="6" algn="l">
              <a:lnSpc>
                <a:spcPct val="100000"/>
              </a:lnSpc>
              <a:spcBef>
                <a:spcPts val="0"/>
              </a:spcBef>
              <a:spcAft>
                <a:spcPts val="0"/>
              </a:spcAft>
              <a:buSzPts val="2400"/>
              <a:buNone/>
              <a:defRPr sz="2400"/>
            </a:lvl7pPr>
            <a:lvl8pPr lvl="7" algn="l">
              <a:lnSpc>
                <a:spcPct val="100000"/>
              </a:lnSpc>
              <a:spcBef>
                <a:spcPts val="0"/>
              </a:spcBef>
              <a:spcAft>
                <a:spcPts val="0"/>
              </a:spcAft>
              <a:buSzPts val="2400"/>
              <a:buNone/>
              <a:defRPr sz="2400"/>
            </a:lvl8pPr>
            <a:lvl9pPr lvl="8" algn="l">
              <a:lnSpc>
                <a:spcPct val="100000"/>
              </a:lnSpc>
              <a:spcBef>
                <a:spcPts val="0"/>
              </a:spcBef>
              <a:spcAft>
                <a:spcPts val="0"/>
              </a:spcAft>
              <a:buSzPts val="2400"/>
              <a:buNone/>
              <a:defRPr sz="2400"/>
            </a:lvl9pPr>
          </a:lstStyle>
          <a:p>
            <a:endParaRPr/>
          </a:p>
        </p:txBody>
      </p:sp>
      <p:sp>
        <p:nvSpPr>
          <p:cNvPr id="30" name="Google Shape;30;p30"/>
          <p:cNvSpPr txBox="1">
            <a:spLocks noGrp="1"/>
          </p:cNvSpPr>
          <p:nvPr>
            <p:ph type="body" idx="1"/>
          </p:nvPr>
        </p:nvSpPr>
        <p:spPr>
          <a:xfrm>
            <a:off x="311700" y="1389600"/>
            <a:ext cx="2808000" cy="3179400"/>
          </a:xfrm>
          <a:prstGeom prst="rect">
            <a:avLst/>
          </a:prstGeom>
          <a:noFill/>
          <a:ln>
            <a:noFill/>
          </a:ln>
        </p:spPr>
        <p:txBody>
          <a:bodyPr spcFirstLastPara="1" wrap="square" lIns="91425" tIns="91425" rIns="91425" bIns="91425" anchor="t" anchorCtr="0">
            <a:noAutofit/>
          </a:bodyPr>
          <a:lstStyle>
            <a:lvl1pPr marL="457200" lvl="0" indent="-304800" algn="l">
              <a:lnSpc>
                <a:spcPct val="115000"/>
              </a:lnSpc>
              <a:spcBef>
                <a:spcPts val="0"/>
              </a:spcBef>
              <a:spcAft>
                <a:spcPts val="0"/>
              </a:spcAft>
              <a:buSzPts val="1200"/>
              <a:buChar char="●"/>
              <a:defRPr sz="1200"/>
            </a:lvl1pPr>
            <a:lvl2pPr marL="914400" lvl="1" indent="-304800" algn="l">
              <a:lnSpc>
                <a:spcPct val="115000"/>
              </a:lnSpc>
              <a:spcBef>
                <a:spcPts val="1600"/>
              </a:spcBef>
              <a:spcAft>
                <a:spcPts val="0"/>
              </a:spcAft>
              <a:buSzPts val="1200"/>
              <a:buChar char="○"/>
              <a:defRPr sz="1200"/>
            </a:lvl2pPr>
            <a:lvl3pPr marL="1371600" lvl="2" indent="-304800" algn="l">
              <a:lnSpc>
                <a:spcPct val="115000"/>
              </a:lnSpc>
              <a:spcBef>
                <a:spcPts val="1600"/>
              </a:spcBef>
              <a:spcAft>
                <a:spcPts val="0"/>
              </a:spcAft>
              <a:buSzPts val="1200"/>
              <a:buChar char="■"/>
              <a:defRPr sz="1200"/>
            </a:lvl3pPr>
            <a:lvl4pPr marL="1828800" lvl="3" indent="-304800" algn="l">
              <a:lnSpc>
                <a:spcPct val="115000"/>
              </a:lnSpc>
              <a:spcBef>
                <a:spcPts val="1600"/>
              </a:spcBef>
              <a:spcAft>
                <a:spcPts val="0"/>
              </a:spcAft>
              <a:buSzPts val="1200"/>
              <a:buChar char="●"/>
              <a:defRPr sz="1200"/>
            </a:lvl4pPr>
            <a:lvl5pPr marL="2286000" lvl="4" indent="-304800" algn="l">
              <a:lnSpc>
                <a:spcPct val="115000"/>
              </a:lnSpc>
              <a:spcBef>
                <a:spcPts val="1600"/>
              </a:spcBef>
              <a:spcAft>
                <a:spcPts val="0"/>
              </a:spcAft>
              <a:buSzPts val="1200"/>
              <a:buChar char="○"/>
              <a:defRPr sz="1200"/>
            </a:lvl5pPr>
            <a:lvl6pPr marL="2743200" lvl="5" indent="-304800" algn="l">
              <a:lnSpc>
                <a:spcPct val="115000"/>
              </a:lnSpc>
              <a:spcBef>
                <a:spcPts val="1600"/>
              </a:spcBef>
              <a:spcAft>
                <a:spcPts val="0"/>
              </a:spcAft>
              <a:buSzPts val="1200"/>
              <a:buChar char="■"/>
              <a:defRPr sz="1200"/>
            </a:lvl6pPr>
            <a:lvl7pPr marL="3200400" lvl="6" indent="-304800" algn="l">
              <a:lnSpc>
                <a:spcPct val="115000"/>
              </a:lnSpc>
              <a:spcBef>
                <a:spcPts val="1600"/>
              </a:spcBef>
              <a:spcAft>
                <a:spcPts val="0"/>
              </a:spcAft>
              <a:buSzPts val="1200"/>
              <a:buChar char="●"/>
              <a:defRPr sz="1200"/>
            </a:lvl7pPr>
            <a:lvl8pPr marL="3657600" lvl="7" indent="-304800" algn="l">
              <a:lnSpc>
                <a:spcPct val="115000"/>
              </a:lnSpc>
              <a:spcBef>
                <a:spcPts val="1600"/>
              </a:spcBef>
              <a:spcAft>
                <a:spcPts val="0"/>
              </a:spcAft>
              <a:buSzPts val="1200"/>
              <a:buChar char="○"/>
              <a:defRPr sz="1200"/>
            </a:lvl8pPr>
            <a:lvl9pPr marL="4114800" lvl="8" indent="-304800" algn="l">
              <a:lnSpc>
                <a:spcPct val="115000"/>
              </a:lnSpc>
              <a:spcBef>
                <a:spcPts val="1600"/>
              </a:spcBef>
              <a:spcAft>
                <a:spcPts val="1600"/>
              </a:spcAft>
              <a:buSzPts val="1200"/>
              <a:buChar char="■"/>
              <a:defRPr sz="1200"/>
            </a:lvl9pPr>
          </a:lstStyle>
          <a:p>
            <a:endParaRPr/>
          </a:p>
        </p:txBody>
      </p:sp>
      <p:sp>
        <p:nvSpPr>
          <p:cNvPr id="31" name="Google Shape;31;p30"/>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Main point">
  <p:cSld name="MAIN_POINT">
    <p:spTree>
      <p:nvGrpSpPr>
        <p:cNvPr id="1" name="Shape 32"/>
        <p:cNvGrpSpPr/>
        <p:nvPr/>
      </p:nvGrpSpPr>
      <p:grpSpPr>
        <a:xfrm>
          <a:off x="0" y="0"/>
          <a:ext cx="0" cy="0"/>
          <a:chOff x="0" y="0"/>
          <a:chExt cx="0" cy="0"/>
        </a:xfrm>
      </p:grpSpPr>
      <p:sp>
        <p:nvSpPr>
          <p:cNvPr id="33" name="Google Shape;33;p31"/>
          <p:cNvSpPr txBox="1">
            <a:spLocks noGrp="1"/>
          </p:cNvSpPr>
          <p:nvPr>
            <p:ph type="title"/>
          </p:nvPr>
        </p:nvSpPr>
        <p:spPr>
          <a:xfrm>
            <a:off x="490250" y="450150"/>
            <a:ext cx="6367800" cy="4090800"/>
          </a:xfrm>
          <a:prstGeom prst="rect">
            <a:avLst/>
          </a:prstGeom>
          <a:noFill/>
          <a:ln>
            <a:noFill/>
          </a:ln>
        </p:spPr>
        <p:txBody>
          <a:bodyPr spcFirstLastPara="1" wrap="square" lIns="91425" tIns="91425" rIns="91425" bIns="91425" anchor="ctr" anchorCtr="0">
            <a:noAutofit/>
          </a:bodyPr>
          <a:lstStyle>
            <a:lvl1pPr lvl="0" algn="l">
              <a:lnSpc>
                <a:spcPct val="100000"/>
              </a:lnSpc>
              <a:spcBef>
                <a:spcPts val="0"/>
              </a:spcBef>
              <a:spcAft>
                <a:spcPts val="0"/>
              </a:spcAft>
              <a:buSzPts val="4800"/>
              <a:buNone/>
              <a:defRPr sz="4800"/>
            </a:lvl1pPr>
            <a:lvl2pPr lvl="1" algn="l">
              <a:lnSpc>
                <a:spcPct val="100000"/>
              </a:lnSpc>
              <a:spcBef>
                <a:spcPts val="0"/>
              </a:spcBef>
              <a:spcAft>
                <a:spcPts val="0"/>
              </a:spcAft>
              <a:buSzPts val="4800"/>
              <a:buNone/>
              <a:defRPr sz="4800"/>
            </a:lvl2pPr>
            <a:lvl3pPr lvl="2" algn="l">
              <a:lnSpc>
                <a:spcPct val="100000"/>
              </a:lnSpc>
              <a:spcBef>
                <a:spcPts val="0"/>
              </a:spcBef>
              <a:spcAft>
                <a:spcPts val="0"/>
              </a:spcAft>
              <a:buSzPts val="4800"/>
              <a:buNone/>
              <a:defRPr sz="4800"/>
            </a:lvl3pPr>
            <a:lvl4pPr lvl="3" algn="l">
              <a:lnSpc>
                <a:spcPct val="100000"/>
              </a:lnSpc>
              <a:spcBef>
                <a:spcPts val="0"/>
              </a:spcBef>
              <a:spcAft>
                <a:spcPts val="0"/>
              </a:spcAft>
              <a:buSzPts val="4800"/>
              <a:buNone/>
              <a:defRPr sz="4800"/>
            </a:lvl4pPr>
            <a:lvl5pPr lvl="4" algn="l">
              <a:lnSpc>
                <a:spcPct val="100000"/>
              </a:lnSpc>
              <a:spcBef>
                <a:spcPts val="0"/>
              </a:spcBef>
              <a:spcAft>
                <a:spcPts val="0"/>
              </a:spcAft>
              <a:buSzPts val="4800"/>
              <a:buNone/>
              <a:defRPr sz="4800"/>
            </a:lvl5pPr>
            <a:lvl6pPr lvl="5" algn="l">
              <a:lnSpc>
                <a:spcPct val="100000"/>
              </a:lnSpc>
              <a:spcBef>
                <a:spcPts val="0"/>
              </a:spcBef>
              <a:spcAft>
                <a:spcPts val="0"/>
              </a:spcAft>
              <a:buSzPts val="4800"/>
              <a:buNone/>
              <a:defRPr sz="4800"/>
            </a:lvl6pPr>
            <a:lvl7pPr lvl="6" algn="l">
              <a:lnSpc>
                <a:spcPct val="100000"/>
              </a:lnSpc>
              <a:spcBef>
                <a:spcPts val="0"/>
              </a:spcBef>
              <a:spcAft>
                <a:spcPts val="0"/>
              </a:spcAft>
              <a:buSzPts val="4800"/>
              <a:buNone/>
              <a:defRPr sz="4800"/>
            </a:lvl7pPr>
            <a:lvl8pPr lvl="7" algn="l">
              <a:lnSpc>
                <a:spcPct val="100000"/>
              </a:lnSpc>
              <a:spcBef>
                <a:spcPts val="0"/>
              </a:spcBef>
              <a:spcAft>
                <a:spcPts val="0"/>
              </a:spcAft>
              <a:buSzPts val="4800"/>
              <a:buNone/>
              <a:defRPr sz="4800"/>
            </a:lvl8pPr>
            <a:lvl9pPr lvl="8" algn="l">
              <a:lnSpc>
                <a:spcPct val="100000"/>
              </a:lnSpc>
              <a:spcBef>
                <a:spcPts val="0"/>
              </a:spcBef>
              <a:spcAft>
                <a:spcPts val="0"/>
              </a:spcAft>
              <a:buSzPts val="4800"/>
              <a:buNone/>
              <a:defRPr sz="4800"/>
            </a:lvl9pPr>
          </a:lstStyle>
          <a:p>
            <a:endParaRPr/>
          </a:p>
        </p:txBody>
      </p:sp>
      <p:sp>
        <p:nvSpPr>
          <p:cNvPr id="34" name="Google Shape;34;p31"/>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35"/>
        <p:cNvGrpSpPr/>
        <p:nvPr/>
      </p:nvGrpSpPr>
      <p:grpSpPr>
        <a:xfrm>
          <a:off x="0" y="0"/>
          <a:ext cx="0" cy="0"/>
          <a:chOff x="0" y="0"/>
          <a:chExt cx="0" cy="0"/>
        </a:xfrm>
      </p:grpSpPr>
      <p:sp>
        <p:nvSpPr>
          <p:cNvPr id="36" name="Google Shape;36;p32"/>
          <p:cNvSpPr/>
          <p:nvPr/>
        </p:nvSpPr>
        <p:spPr>
          <a:xfrm>
            <a:off x="4572000" y="-125"/>
            <a:ext cx="4572000" cy="5143500"/>
          </a:xfrm>
          <a:prstGeom prst="rect">
            <a:avLst/>
          </a:prstGeom>
          <a:solidFill>
            <a:schemeClr val="l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7" name="Google Shape;37;p32"/>
          <p:cNvSpPr txBox="1">
            <a:spLocks noGrp="1"/>
          </p:cNvSpPr>
          <p:nvPr>
            <p:ph type="title"/>
          </p:nvPr>
        </p:nvSpPr>
        <p:spPr>
          <a:xfrm>
            <a:off x="265500" y="1233175"/>
            <a:ext cx="4045200" cy="1482300"/>
          </a:xfrm>
          <a:prstGeom prst="rect">
            <a:avLst/>
          </a:prstGeom>
          <a:noFill/>
          <a:ln>
            <a:noFill/>
          </a:ln>
        </p:spPr>
        <p:txBody>
          <a:bodyPr spcFirstLastPara="1" wrap="square" lIns="91425" tIns="91425" rIns="91425" bIns="91425" anchor="b" anchorCtr="0">
            <a:noAutofit/>
          </a:bodyPr>
          <a:lstStyle>
            <a:lvl1pPr lvl="0" algn="ctr">
              <a:lnSpc>
                <a:spcPct val="100000"/>
              </a:lnSpc>
              <a:spcBef>
                <a:spcPts val="0"/>
              </a:spcBef>
              <a:spcAft>
                <a:spcPts val="0"/>
              </a:spcAft>
              <a:buSzPts val="4200"/>
              <a:buNone/>
              <a:defRPr sz="4200"/>
            </a:lvl1pPr>
            <a:lvl2pPr lvl="1" algn="ctr">
              <a:lnSpc>
                <a:spcPct val="100000"/>
              </a:lnSpc>
              <a:spcBef>
                <a:spcPts val="0"/>
              </a:spcBef>
              <a:spcAft>
                <a:spcPts val="0"/>
              </a:spcAft>
              <a:buSzPts val="4200"/>
              <a:buNone/>
              <a:defRPr sz="4200"/>
            </a:lvl2pPr>
            <a:lvl3pPr lvl="2" algn="ctr">
              <a:lnSpc>
                <a:spcPct val="100000"/>
              </a:lnSpc>
              <a:spcBef>
                <a:spcPts val="0"/>
              </a:spcBef>
              <a:spcAft>
                <a:spcPts val="0"/>
              </a:spcAft>
              <a:buSzPts val="4200"/>
              <a:buNone/>
              <a:defRPr sz="4200"/>
            </a:lvl3pPr>
            <a:lvl4pPr lvl="3" algn="ctr">
              <a:lnSpc>
                <a:spcPct val="100000"/>
              </a:lnSpc>
              <a:spcBef>
                <a:spcPts val="0"/>
              </a:spcBef>
              <a:spcAft>
                <a:spcPts val="0"/>
              </a:spcAft>
              <a:buSzPts val="4200"/>
              <a:buNone/>
              <a:defRPr sz="4200"/>
            </a:lvl4pPr>
            <a:lvl5pPr lvl="4" algn="ctr">
              <a:lnSpc>
                <a:spcPct val="100000"/>
              </a:lnSpc>
              <a:spcBef>
                <a:spcPts val="0"/>
              </a:spcBef>
              <a:spcAft>
                <a:spcPts val="0"/>
              </a:spcAft>
              <a:buSzPts val="4200"/>
              <a:buNone/>
              <a:defRPr sz="4200"/>
            </a:lvl5pPr>
            <a:lvl6pPr lvl="5" algn="ctr">
              <a:lnSpc>
                <a:spcPct val="100000"/>
              </a:lnSpc>
              <a:spcBef>
                <a:spcPts val="0"/>
              </a:spcBef>
              <a:spcAft>
                <a:spcPts val="0"/>
              </a:spcAft>
              <a:buSzPts val="4200"/>
              <a:buNone/>
              <a:defRPr sz="4200"/>
            </a:lvl6pPr>
            <a:lvl7pPr lvl="6" algn="ctr">
              <a:lnSpc>
                <a:spcPct val="100000"/>
              </a:lnSpc>
              <a:spcBef>
                <a:spcPts val="0"/>
              </a:spcBef>
              <a:spcAft>
                <a:spcPts val="0"/>
              </a:spcAft>
              <a:buSzPts val="4200"/>
              <a:buNone/>
              <a:defRPr sz="4200"/>
            </a:lvl7pPr>
            <a:lvl8pPr lvl="7" algn="ctr">
              <a:lnSpc>
                <a:spcPct val="100000"/>
              </a:lnSpc>
              <a:spcBef>
                <a:spcPts val="0"/>
              </a:spcBef>
              <a:spcAft>
                <a:spcPts val="0"/>
              </a:spcAft>
              <a:buSzPts val="4200"/>
              <a:buNone/>
              <a:defRPr sz="4200"/>
            </a:lvl8pPr>
            <a:lvl9pPr lvl="8" algn="ctr">
              <a:lnSpc>
                <a:spcPct val="100000"/>
              </a:lnSpc>
              <a:spcBef>
                <a:spcPts val="0"/>
              </a:spcBef>
              <a:spcAft>
                <a:spcPts val="0"/>
              </a:spcAft>
              <a:buSzPts val="4200"/>
              <a:buNone/>
              <a:defRPr sz="4200"/>
            </a:lvl9pPr>
          </a:lstStyle>
          <a:p>
            <a:endParaRPr/>
          </a:p>
        </p:txBody>
      </p:sp>
      <p:sp>
        <p:nvSpPr>
          <p:cNvPr id="38" name="Google Shape;38;p32"/>
          <p:cNvSpPr txBox="1">
            <a:spLocks noGrp="1"/>
          </p:cNvSpPr>
          <p:nvPr>
            <p:ph type="subTitle" idx="1"/>
          </p:nvPr>
        </p:nvSpPr>
        <p:spPr>
          <a:xfrm>
            <a:off x="265500" y="2803075"/>
            <a:ext cx="4045200" cy="1235100"/>
          </a:xfrm>
          <a:prstGeom prst="rect">
            <a:avLst/>
          </a:prstGeom>
          <a:noFill/>
          <a:ln>
            <a:noFill/>
          </a:ln>
        </p:spPr>
        <p:txBody>
          <a:bodyPr spcFirstLastPara="1" wrap="square" lIns="91425" tIns="91425" rIns="91425" bIns="91425" anchor="t" anchorCtr="0">
            <a:no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a:endParaRPr/>
          </a:p>
        </p:txBody>
      </p:sp>
      <p:sp>
        <p:nvSpPr>
          <p:cNvPr id="39" name="Google Shape;39;p32"/>
          <p:cNvSpPr txBox="1">
            <a:spLocks noGrp="1"/>
          </p:cNvSpPr>
          <p:nvPr>
            <p:ph type="body" idx="2"/>
          </p:nvPr>
        </p:nvSpPr>
        <p:spPr>
          <a:xfrm>
            <a:off x="4939500" y="724075"/>
            <a:ext cx="3837000" cy="3695100"/>
          </a:xfrm>
          <a:prstGeom prst="rect">
            <a:avLst/>
          </a:prstGeom>
          <a:noFill/>
          <a:ln>
            <a:noFill/>
          </a:ln>
        </p:spPr>
        <p:txBody>
          <a:bodyPr spcFirstLastPara="1" wrap="square" lIns="91425" tIns="91425" rIns="91425" bIns="91425" anchor="ctr" anchorCtr="0">
            <a:noAutofit/>
          </a:bodyPr>
          <a:lstStyle>
            <a:lvl1pPr marL="457189" lvl="0" indent="-342892" algn="l">
              <a:lnSpc>
                <a:spcPct val="115000"/>
              </a:lnSpc>
              <a:spcBef>
                <a:spcPts val="0"/>
              </a:spcBef>
              <a:spcAft>
                <a:spcPts val="0"/>
              </a:spcAft>
              <a:buSzPts val="1800"/>
              <a:buChar char="●"/>
              <a:defRPr/>
            </a:lvl1pPr>
            <a:lvl2pPr marL="914378" lvl="1" indent="-317492" algn="l">
              <a:lnSpc>
                <a:spcPct val="115000"/>
              </a:lnSpc>
              <a:spcBef>
                <a:spcPts val="1600"/>
              </a:spcBef>
              <a:spcAft>
                <a:spcPts val="0"/>
              </a:spcAft>
              <a:buSzPts val="1400"/>
              <a:buChar char="○"/>
              <a:defRPr/>
            </a:lvl2pPr>
            <a:lvl3pPr marL="1371566" lvl="2" indent="-317492" algn="l">
              <a:lnSpc>
                <a:spcPct val="115000"/>
              </a:lnSpc>
              <a:spcBef>
                <a:spcPts val="1600"/>
              </a:spcBef>
              <a:spcAft>
                <a:spcPts val="0"/>
              </a:spcAft>
              <a:buSzPts val="1400"/>
              <a:buChar char="■"/>
              <a:defRPr/>
            </a:lvl3pPr>
            <a:lvl4pPr marL="1828754" lvl="3" indent="-317492" algn="l">
              <a:lnSpc>
                <a:spcPct val="115000"/>
              </a:lnSpc>
              <a:spcBef>
                <a:spcPts val="1600"/>
              </a:spcBef>
              <a:spcAft>
                <a:spcPts val="0"/>
              </a:spcAft>
              <a:buSzPts val="1400"/>
              <a:buChar char="●"/>
              <a:defRPr/>
            </a:lvl4pPr>
            <a:lvl5pPr marL="2285943" lvl="4" indent="-317492" algn="l">
              <a:lnSpc>
                <a:spcPct val="115000"/>
              </a:lnSpc>
              <a:spcBef>
                <a:spcPts val="1600"/>
              </a:spcBef>
              <a:spcAft>
                <a:spcPts val="0"/>
              </a:spcAft>
              <a:buSzPts val="1400"/>
              <a:buChar char="○"/>
              <a:defRPr/>
            </a:lvl5pPr>
            <a:lvl6pPr marL="2743132" lvl="5" indent="-317492" algn="l">
              <a:lnSpc>
                <a:spcPct val="115000"/>
              </a:lnSpc>
              <a:spcBef>
                <a:spcPts val="1600"/>
              </a:spcBef>
              <a:spcAft>
                <a:spcPts val="0"/>
              </a:spcAft>
              <a:buSzPts val="1400"/>
              <a:buChar char="■"/>
              <a:defRPr/>
            </a:lvl6pPr>
            <a:lvl7pPr marL="3200320" lvl="6" indent="-317492" algn="l">
              <a:lnSpc>
                <a:spcPct val="115000"/>
              </a:lnSpc>
              <a:spcBef>
                <a:spcPts val="1600"/>
              </a:spcBef>
              <a:spcAft>
                <a:spcPts val="0"/>
              </a:spcAft>
              <a:buSzPts val="1400"/>
              <a:buChar char="●"/>
              <a:defRPr/>
            </a:lvl7pPr>
            <a:lvl8pPr marL="3657509" lvl="7" indent="-317492" algn="l">
              <a:lnSpc>
                <a:spcPct val="115000"/>
              </a:lnSpc>
              <a:spcBef>
                <a:spcPts val="1600"/>
              </a:spcBef>
              <a:spcAft>
                <a:spcPts val="0"/>
              </a:spcAft>
              <a:buSzPts val="1400"/>
              <a:buChar char="○"/>
              <a:defRPr/>
            </a:lvl8pPr>
            <a:lvl9pPr marL="4114697" lvl="8" indent="-317492" algn="l">
              <a:lnSpc>
                <a:spcPct val="115000"/>
              </a:lnSpc>
              <a:spcBef>
                <a:spcPts val="1600"/>
              </a:spcBef>
              <a:spcAft>
                <a:spcPts val="1600"/>
              </a:spcAft>
              <a:buSzPts val="1400"/>
              <a:buChar char="■"/>
              <a:defRPr/>
            </a:lvl9pPr>
          </a:lstStyle>
          <a:p>
            <a:endParaRPr/>
          </a:p>
        </p:txBody>
      </p:sp>
      <p:sp>
        <p:nvSpPr>
          <p:cNvPr id="40" name="Google Shape;40;p32"/>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pPr marL="0" lvl="0" indent="0" algn="r" rtl="0">
                <a:spcBef>
                  <a:spcPts val="0"/>
                </a:spcBef>
                <a:spcAft>
                  <a:spcPts val="0"/>
                </a:spcAft>
                <a:buNone/>
              </a:pPr>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Caption">
  <p:cSld name="CAPTION_ONLY">
    <p:spTree>
      <p:nvGrpSpPr>
        <p:cNvPr id="1" name="Shape 41"/>
        <p:cNvGrpSpPr/>
        <p:nvPr/>
      </p:nvGrpSpPr>
      <p:grpSpPr>
        <a:xfrm>
          <a:off x="0" y="0"/>
          <a:ext cx="0" cy="0"/>
          <a:chOff x="0" y="0"/>
          <a:chExt cx="0" cy="0"/>
        </a:xfrm>
      </p:grpSpPr>
      <p:sp>
        <p:nvSpPr>
          <p:cNvPr id="42" name="Google Shape;42;p33"/>
          <p:cNvSpPr txBox="1">
            <a:spLocks noGrp="1"/>
          </p:cNvSpPr>
          <p:nvPr>
            <p:ph type="body" idx="1"/>
          </p:nvPr>
        </p:nvSpPr>
        <p:spPr>
          <a:xfrm>
            <a:off x="311700" y="4230575"/>
            <a:ext cx="5998800" cy="605100"/>
          </a:xfrm>
          <a:prstGeom prst="rect">
            <a:avLst/>
          </a:prstGeom>
          <a:noFill/>
          <a:ln>
            <a:noFill/>
          </a:ln>
        </p:spPr>
        <p:txBody>
          <a:bodyPr spcFirstLastPara="1" wrap="square" lIns="91425" tIns="91425" rIns="91425" bIns="91425" anchor="ctr" anchorCtr="0">
            <a:noAutofit/>
          </a:bodyPr>
          <a:lstStyle>
            <a:lvl1pPr marL="457189" lvl="0" indent="-228594" algn="l">
              <a:lnSpc>
                <a:spcPct val="100000"/>
              </a:lnSpc>
              <a:spcBef>
                <a:spcPts val="0"/>
              </a:spcBef>
              <a:spcAft>
                <a:spcPts val="0"/>
              </a:spcAft>
              <a:buSzPts val="1800"/>
              <a:buNone/>
              <a:defRPr/>
            </a:lvl1pPr>
          </a:lstStyle>
          <a:p>
            <a:endParaRPr/>
          </a:p>
        </p:txBody>
      </p:sp>
      <p:sp>
        <p:nvSpPr>
          <p:cNvPr id="43" name="Google Shape;43;p33"/>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pPr marL="0" lvl="0" indent="0" algn="r" rtl="0">
                <a:spcBef>
                  <a:spcPts val="0"/>
                </a:spcBef>
                <a:spcAft>
                  <a:spcPts val="0"/>
                </a:spcAft>
                <a:buNone/>
              </a:pPr>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48"/>
        <p:cNvGrpSpPr/>
        <p:nvPr/>
      </p:nvGrpSpPr>
      <p:grpSpPr>
        <a:xfrm>
          <a:off x="0" y="0"/>
          <a:ext cx="0" cy="0"/>
          <a:chOff x="0" y="0"/>
          <a:chExt cx="0" cy="0"/>
        </a:xfrm>
      </p:grpSpPr>
      <p:sp>
        <p:nvSpPr>
          <p:cNvPr id="49" name="Google Shape;49;p35"/>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pPr marL="0" lvl="0" indent="0" algn="r" rtl="0">
                <a:spcBef>
                  <a:spcPts val="0"/>
                </a:spcBef>
                <a:spcAft>
                  <a:spcPts val="0"/>
                </a:spcAft>
                <a:buNone/>
              </a:pPr>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tx">
  <p:cSld name="1_Title Slide">
    <p:spTree>
      <p:nvGrpSpPr>
        <p:cNvPr id="1" name=""/>
        <p:cNvGrpSpPr/>
        <p:nvPr/>
      </p:nvGrpSpPr>
      <p:grpSpPr>
        <a:xfrm>
          <a:off x="0" y="0"/>
          <a:ext cx="0" cy="0"/>
          <a:chOff x="0" y="0"/>
          <a:chExt cx="0" cy="0"/>
        </a:xfrm>
      </p:grpSpPr>
      <p:sp>
        <p:nvSpPr>
          <p:cNvPr id="8" name="PlaceHolder 1"/>
          <p:cNvSpPr>
            <a:spLocks noGrp="1"/>
          </p:cNvSpPr>
          <p:nvPr>
            <p:ph type="title"/>
          </p:nvPr>
        </p:nvSpPr>
        <p:spPr>
          <a:xfrm>
            <a:off x="628560" y="273780"/>
            <a:ext cx="7886430" cy="993870"/>
          </a:xfrm>
          <a:prstGeom prst="rect">
            <a:avLst/>
          </a:prstGeom>
        </p:spPr>
        <p:txBody>
          <a:bodyPr lIns="0" tIns="0" rIns="0" bIns="0" anchor="ctr">
            <a:noAutofit/>
          </a:bodyPr>
          <a:lstStyle/>
          <a:p>
            <a:endParaRPr lang="en-US" sz="1350" b="0" strike="noStrike" spc="-1">
              <a:solidFill>
                <a:srgbClr val="000000"/>
              </a:solidFill>
              <a:latin typeface="Calibri"/>
            </a:endParaRPr>
          </a:p>
        </p:txBody>
      </p:sp>
      <p:sp>
        <p:nvSpPr>
          <p:cNvPr id="9" name="PlaceHolder 2"/>
          <p:cNvSpPr>
            <a:spLocks noGrp="1"/>
          </p:cNvSpPr>
          <p:nvPr>
            <p:ph type="subTitle"/>
          </p:nvPr>
        </p:nvSpPr>
        <p:spPr>
          <a:xfrm>
            <a:off x="457110" y="1203390"/>
            <a:ext cx="8229330" cy="2982960"/>
          </a:xfrm>
          <a:prstGeom prst="rect">
            <a:avLst/>
          </a:prstGeom>
        </p:spPr>
        <p:txBody>
          <a:bodyPr lIns="0" tIns="0" rIns="0" bIns="0" anchor="ctr">
            <a:noAutofit/>
          </a:bodyPr>
          <a:lstStyle/>
          <a:p>
            <a:pPr algn="ctr"/>
            <a:endParaRPr lang="en-US" sz="2400" b="0" strike="noStrike" spc="-1">
              <a:latin typeface="Arial"/>
            </a:endParaRPr>
          </a:p>
        </p:txBody>
      </p:sp>
    </p:spTree>
    <p:extLst>
      <p:ext uri="{BB962C8B-B14F-4D97-AF65-F5344CB8AC3E}">
        <p14:creationId xmlns:p14="http://schemas.microsoft.com/office/powerpoint/2010/main" val="53641876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title">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AEB20AF-DAB3-AF56-0E9E-AF09366E1C58}"/>
              </a:ext>
            </a:extLst>
          </p:cNvPr>
          <p:cNvSpPr>
            <a:spLocks noGrp="1"/>
          </p:cNvSpPr>
          <p:nvPr>
            <p:ph type="ctrTitle"/>
          </p:nvPr>
        </p:nvSpPr>
        <p:spPr>
          <a:xfrm>
            <a:off x="1143000" y="841375"/>
            <a:ext cx="6858000" cy="1790700"/>
          </a:xfrm>
          <a:prstGeom prst="rect">
            <a:avLst/>
          </a:prstGeo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D4E94062-A8DA-FF94-75FB-627CFD210DDB}"/>
              </a:ext>
            </a:extLst>
          </p:cNvPr>
          <p:cNvSpPr>
            <a:spLocks noGrp="1"/>
          </p:cNvSpPr>
          <p:nvPr>
            <p:ph type="subTitle" idx="1"/>
          </p:nvPr>
        </p:nvSpPr>
        <p:spPr>
          <a:xfrm>
            <a:off x="1143000" y="2701925"/>
            <a:ext cx="6858000" cy="1241425"/>
          </a:xfrm>
          <a:prstGeom prst="rect">
            <a:avLst/>
          </a:prstGeo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977C2465-8FB6-450F-4CAF-67F82FD4C166}"/>
              </a:ext>
            </a:extLst>
          </p:cNvPr>
          <p:cNvSpPr>
            <a:spLocks noGrp="1"/>
          </p:cNvSpPr>
          <p:nvPr>
            <p:ph type="dt" sz="half" idx="10"/>
          </p:nvPr>
        </p:nvSpPr>
        <p:spPr>
          <a:xfrm>
            <a:off x="628650" y="4767263"/>
            <a:ext cx="2057400" cy="274637"/>
          </a:xfrm>
          <a:prstGeom prst="rect">
            <a:avLst/>
          </a:prstGeom>
        </p:spPr>
        <p:txBody>
          <a:bodyPr/>
          <a:lstStyle/>
          <a:p>
            <a:fld id="{6275EE38-1560-4543-B65C-40BD61BB92F2}" type="datetimeFigureOut">
              <a:rPr lang="en-US" smtClean="0"/>
              <a:t>4/11/2024</a:t>
            </a:fld>
            <a:endParaRPr lang="en-US"/>
          </a:p>
        </p:txBody>
      </p:sp>
      <p:sp>
        <p:nvSpPr>
          <p:cNvPr id="5" name="Footer Placeholder 4">
            <a:extLst>
              <a:ext uri="{FF2B5EF4-FFF2-40B4-BE49-F238E27FC236}">
                <a16:creationId xmlns:a16="http://schemas.microsoft.com/office/drawing/2014/main" id="{D86C3B52-DF7D-6850-E242-C3F4757D8A64}"/>
              </a:ext>
            </a:extLst>
          </p:cNvPr>
          <p:cNvSpPr>
            <a:spLocks noGrp="1"/>
          </p:cNvSpPr>
          <p:nvPr>
            <p:ph type="ftr" sz="quarter" idx="11"/>
          </p:nvPr>
        </p:nvSpPr>
        <p:spPr>
          <a:xfrm>
            <a:off x="3028950" y="4767263"/>
            <a:ext cx="3086100" cy="274637"/>
          </a:xfrm>
          <a:prstGeom prst="rect">
            <a:avLst/>
          </a:prstGeom>
        </p:spPr>
        <p:txBody>
          <a:bodyPr/>
          <a:lstStyle/>
          <a:p>
            <a:endParaRPr lang="en-US"/>
          </a:p>
        </p:txBody>
      </p:sp>
      <p:sp>
        <p:nvSpPr>
          <p:cNvPr id="6" name="Slide Number Placeholder 5">
            <a:extLst>
              <a:ext uri="{FF2B5EF4-FFF2-40B4-BE49-F238E27FC236}">
                <a16:creationId xmlns:a16="http://schemas.microsoft.com/office/drawing/2014/main" id="{105730AA-ACFB-BBDD-7AA3-8CDEE55C3F27}"/>
              </a:ext>
            </a:extLst>
          </p:cNvPr>
          <p:cNvSpPr>
            <a:spLocks noGrp="1"/>
          </p:cNvSpPr>
          <p:nvPr>
            <p:ph type="sldNum" sz="quarter" idx="12"/>
          </p:nvPr>
        </p:nvSpPr>
        <p:spPr>
          <a:xfrm>
            <a:off x="6457950" y="4767263"/>
            <a:ext cx="2057400" cy="274637"/>
          </a:xfrm>
          <a:prstGeom prst="rect">
            <a:avLst/>
          </a:prstGeom>
        </p:spPr>
        <p:txBody>
          <a:bodyPr/>
          <a:lstStyle/>
          <a:p>
            <a:fld id="{5F533B4F-60C7-445E-9813-BC2C392C2510}" type="slidenum">
              <a:rPr lang="en-US" smtClean="0"/>
              <a:t>‹#›</a:t>
            </a:fld>
            <a:endParaRPr lang="en-US"/>
          </a:p>
        </p:txBody>
      </p:sp>
    </p:spTree>
    <p:extLst>
      <p:ext uri="{BB962C8B-B14F-4D97-AF65-F5344CB8AC3E}">
        <p14:creationId xmlns:p14="http://schemas.microsoft.com/office/powerpoint/2010/main" val="18234137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obj">
  <p:cSld name="Title and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2400" b="0" i="0">
                <a:solidFill>
                  <a:schemeClr val="tx1"/>
                </a:solidFill>
                <a:latin typeface="Arial MT"/>
                <a:cs typeface="Arial MT"/>
              </a:defRPr>
            </a:lvl1pPr>
          </a:lstStyle>
          <a:p>
            <a:endParaRPr/>
          </a:p>
        </p:txBody>
      </p:sp>
      <p:sp>
        <p:nvSpPr>
          <p:cNvPr id="3" name="Holder 3"/>
          <p:cNvSpPr>
            <a:spLocks noGrp="1"/>
          </p:cNvSpPr>
          <p:nvPr>
            <p:ph type="body" idx="1"/>
          </p:nvPr>
        </p:nvSpPr>
        <p:spPr/>
        <p:txBody>
          <a:bodyPr lIns="0" tIns="0" rIns="0" bIns="0"/>
          <a:lstStyle>
            <a:lvl1pPr>
              <a:defRPr b="0" i="0">
                <a:solidFill>
                  <a:schemeClr val="tx1"/>
                </a:solidFill>
              </a:defRPr>
            </a:lvl1pPr>
          </a:lstStyle>
          <a:p>
            <a:endParaRPr/>
          </a:p>
        </p:txBody>
      </p:sp>
      <p:sp>
        <p:nvSpPr>
          <p:cNvPr id="4" name="Holder 4"/>
          <p:cNvSpPr>
            <a:spLocks noGrp="1"/>
          </p:cNvSpPr>
          <p:nvPr>
            <p:ph type="ftr" sz="quarter" idx="5"/>
          </p:nvPr>
        </p:nvSpPr>
        <p:spPr/>
        <p:txBody>
          <a:bodyPr lIns="0" tIns="0" rIns="0" bIns="0"/>
          <a:lstStyle>
            <a:lvl1pPr>
              <a:defRPr sz="800" b="0" i="0">
                <a:solidFill>
                  <a:schemeClr val="tx1"/>
                </a:solidFill>
                <a:latin typeface="Arial MT"/>
                <a:cs typeface="Arial MT"/>
              </a:defRPr>
            </a:lvl1pPr>
          </a:lstStyle>
          <a:p>
            <a:pPr marL="12700">
              <a:lnSpc>
                <a:spcPct val="100000"/>
              </a:lnSpc>
              <a:spcBef>
                <a:spcPts val="25"/>
              </a:spcBef>
            </a:pPr>
            <a:endParaRPr/>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3FD61DA6-D9C3-4FDE-8A87-022315D71125}" type="datetime1">
              <a:rPr lang="en-US" smtClean="0"/>
              <a:t>4/11/2024</a:t>
            </a:fld>
            <a:endParaRPr lang="en-US"/>
          </a:p>
        </p:txBody>
      </p:sp>
      <p:sp>
        <p:nvSpPr>
          <p:cNvPr id="6" name="Holder 6"/>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extLst>
      <p:ext uri="{BB962C8B-B14F-4D97-AF65-F5344CB8AC3E}">
        <p14:creationId xmlns:p14="http://schemas.microsoft.com/office/powerpoint/2010/main" val="283787835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2">
    <p:bg>
      <p:bgPr>
        <a:solidFill>
          <a:schemeClr val="lt1"/>
        </a:solidFill>
        <a:effectLst/>
      </p:bgPr>
    </p:bg>
    <p:spTree>
      <p:nvGrpSpPr>
        <p:cNvPr id="1" name="Shape 5"/>
        <p:cNvGrpSpPr/>
        <p:nvPr/>
      </p:nvGrpSpPr>
      <p:grpSpPr>
        <a:xfrm>
          <a:off x="0" y="0"/>
          <a:ext cx="0" cy="0"/>
          <a:chOff x="0" y="0"/>
          <a:chExt cx="0" cy="0"/>
        </a:xfrm>
      </p:grpSpPr>
      <p:sp>
        <p:nvSpPr>
          <p:cNvPr id="8" name="Rectangle 7">
            <a:extLst>
              <a:ext uri="{FF2B5EF4-FFF2-40B4-BE49-F238E27FC236}">
                <a16:creationId xmlns:a16="http://schemas.microsoft.com/office/drawing/2014/main" id="{9759FAC2-2004-4EAC-FA79-8395FA9E5834}"/>
              </a:ext>
            </a:extLst>
          </p:cNvPr>
          <p:cNvSpPr/>
          <p:nvPr userDrawn="1"/>
        </p:nvSpPr>
        <p:spPr>
          <a:xfrm>
            <a:off x="7283428" y="62784"/>
            <a:ext cx="1109472" cy="584656"/>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3" name="Google Shape;110;p4" descr="A close up of a sign&#10;&#10;Description automatically generated">
            <a:extLst>
              <a:ext uri="{FF2B5EF4-FFF2-40B4-BE49-F238E27FC236}">
                <a16:creationId xmlns:a16="http://schemas.microsoft.com/office/drawing/2014/main" id="{CE849A3B-BCF0-B774-F89E-81965C71F93E}"/>
              </a:ext>
            </a:extLst>
          </p:cNvPr>
          <p:cNvPicPr preferRelativeResize="0"/>
          <p:nvPr userDrawn="1"/>
        </p:nvPicPr>
        <p:blipFill rotWithShape="1">
          <a:blip r:embed="rId13">
            <a:alphaModFix/>
          </a:blip>
          <a:srcRect/>
          <a:stretch/>
        </p:blipFill>
        <p:spPr>
          <a:xfrm>
            <a:off x="7799751" y="88917"/>
            <a:ext cx="1233874" cy="412476"/>
          </a:xfrm>
          <a:prstGeom prst="rect">
            <a:avLst/>
          </a:prstGeom>
          <a:noFill/>
          <a:ln>
            <a:noFill/>
          </a:ln>
        </p:spPr>
      </p:pic>
      <p:sp>
        <p:nvSpPr>
          <p:cNvPr id="2" name="Rectangle 1">
            <a:extLst>
              <a:ext uri="{FF2B5EF4-FFF2-40B4-BE49-F238E27FC236}">
                <a16:creationId xmlns:a16="http://schemas.microsoft.com/office/drawing/2014/main" id="{5DA41203-56BE-577E-A8C1-98B09B515AAC}"/>
              </a:ext>
            </a:extLst>
          </p:cNvPr>
          <p:cNvSpPr/>
          <p:nvPr userDrawn="1"/>
        </p:nvSpPr>
        <p:spPr>
          <a:xfrm>
            <a:off x="7594600" y="82567"/>
            <a:ext cx="165100" cy="412476"/>
          </a:xfrm>
          <a:prstGeom prst="rect">
            <a:avLst/>
          </a:prstGeom>
          <a:solidFill>
            <a:srgbClr val="84191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3" name="Rectangle 2">
            <a:extLst>
              <a:ext uri="{FF2B5EF4-FFF2-40B4-BE49-F238E27FC236}">
                <a16:creationId xmlns:a16="http://schemas.microsoft.com/office/drawing/2014/main" id="{113AE749-D756-44D4-7512-5A64C3448524}"/>
              </a:ext>
            </a:extLst>
          </p:cNvPr>
          <p:cNvSpPr/>
          <p:nvPr userDrawn="1"/>
        </p:nvSpPr>
        <p:spPr>
          <a:xfrm>
            <a:off x="7440249" y="82567"/>
            <a:ext cx="103551" cy="412476"/>
          </a:xfrm>
          <a:prstGeom prst="rect">
            <a:avLst/>
          </a:prstGeom>
          <a:solidFill>
            <a:srgbClr val="21326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5" name="Rectangle 4">
            <a:extLst>
              <a:ext uri="{FF2B5EF4-FFF2-40B4-BE49-F238E27FC236}">
                <a16:creationId xmlns:a16="http://schemas.microsoft.com/office/drawing/2014/main" id="{7AC47A97-ED2C-01CD-35B7-62DB0980AD76}"/>
              </a:ext>
            </a:extLst>
          </p:cNvPr>
          <p:cNvSpPr/>
          <p:nvPr userDrawn="1"/>
        </p:nvSpPr>
        <p:spPr>
          <a:xfrm>
            <a:off x="0" y="5086350"/>
            <a:ext cx="9144000" cy="69850"/>
          </a:xfrm>
          <a:prstGeom prst="rect">
            <a:avLst/>
          </a:prstGeom>
          <a:solidFill>
            <a:srgbClr val="21326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6" name="Rectangle 5">
            <a:extLst>
              <a:ext uri="{FF2B5EF4-FFF2-40B4-BE49-F238E27FC236}">
                <a16:creationId xmlns:a16="http://schemas.microsoft.com/office/drawing/2014/main" id="{005834B6-17D2-3D0A-58FC-6B1CA1321EBB}"/>
              </a:ext>
            </a:extLst>
          </p:cNvPr>
          <p:cNvSpPr/>
          <p:nvPr userDrawn="1"/>
        </p:nvSpPr>
        <p:spPr>
          <a:xfrm>
            <a:off x="0" y="88917"/>
            <a:ext cx="7283428" cy="406126"/>
          </a:xfrm>
          <a:prstGeom prst="rect">
            <a:avLst/>
          </a:prstGeom>
          <a:solidFill>
            <a:srgbClr val="213264"/>
          </a:solidFill>
          <a:ln>
            <a:solidFill>
              <a:srgbClr val="213264"/>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7" name="TextBox 6">
            <a:extLst>
              <a:ext uri="{FF2B5EF4-FFF2-40B4-BE49-F238E27FC236}">
                <a16:creationId xmlns:a16="http://schemas.microsoft.com/office/drawing/2014/main" id="{4563F94C-8FC4-4D17-213C-5A08DC1A14F1}"/>
              </a:ext>
            </a:extLst>
          </p:cNvPr>
          <p:cNvSpPr txBox="1"/>
          <p:nvPr userDrawn="1"/>
        </p:nvSpPr>
        <p:spPr>
          <a:xfrm>
            <a:off x="92480" y="105826"/>
            <a:ext cx="3953740" cy="369332"/>
          </a:xfrm>
          <a:prstGeom prst="rect">
            <a:avLst/>
          </a:prstGeom>
          <a:noFill/>
        </p:spPr>
        <p:txBody>
          <a:bodyPr wrap="square" rtlCol="0">
            <a:spAutoFit/>
          </a:bodyPr>
          <a:lstStyle/>
          <a:p>
            <a:r>
              <a:rPr lang="en-US" sz="1800" b="0">
                <a:solidFill>
                  <a:schemeClr val="bg1"/>
                </a:solidFill>
              </a:rPr>
              <a:t>Next Gen Employability Program</a:t>
            </a:r>
          </a:p>
        </p:txBody>
      </p:sp>
    </p:spTree>
  </p:cSld>
  <p:clrMap bg1="lt1" tx1="dk1" bg2="dk2" tx2="lt2" accent1="accent1" accent2="accent2" accent3="accent3" accent4="accent4" accent5="accent5" accent6="accent6" hlink="hlink" folHlink="folHlink"/>
  <p:sldLayoutIdLst>
    <p:sldLayoutId id="2147483666" r:id="rId1"/>
    <p:sldLayoutId id="2147483654" r:id="rId2"/>
    <p:sldLayoutId id="2147483668" r:id="rId3"/>
    <p:sldLayoutId id="2147483669" r:id="rId4"/>
    <p:sldLayoutId id="2147483670" r:id="rId5"/>
    <p:sldLayoutId id="2147483656" r:id="rId6"/>
    <p:sldLayoutId id="2147483657" r:id="rId7"/>
    <p:sldLayoutId id="2147483659" r:id="rId8"/>
    <p:sldLayoutId id="2147483674" r:id="rId9"/>
    <p:sldLayoutId id="2147483687" r:id="rId10"/>
    <p:sldLayoutId id="2147483701"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extLst>
    <p:ext uri="{27BBF7A9-308A-43DC-89C8-2F10F3537804}">
      <p15:sldGuideLst xmlns:p15="http://schemas.microsoft.com/office/powerpoint/2012/main">
        <p15:guide id="1" orient="horz" pos="1620" userDrawn="1">
          <p15:clr>
            <a:srgbClr val="F26B43"/>
          </p15:clr>
        </p15:guide>
        <p15:guide id="2" pos="2880" userDrawn="1">
          <p15:clr>
            <a:srgbClr val="F26B43"/>
          </p15:clr>
        </p15:guide>
      </p15:sldGuideLst>
    </p:ext>
  </p:extLst>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10.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2.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8" Type="http://schemas.openxmlformats.org/officeDocument/2006/relationships/image" Target="../media/image7.png"/><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notesSlide" Target="../notesSlides/notesSlide7.xml"/><Relationship Id="rId1" Type="http://schemas.openxmlformats.org/officeDocument/2006/relationships/slideLayout" Target="../slideLayouts/slideLayout1.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 Id="rId9" Type="http://schemas.openxmlformats.org/officeDocument/2006/relationships/image" Target="../media/image8.png"/></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11.jpg"/><Relationship Id="rId2" Type="http://schemas.openxmlformats.org/officeDocument/2006/relationships/image" Target="../media/image10.png"/><Relationship Id="rId1" Type="http://schemas.openxmlformats.org/officeDocument/2006/relationships/slideLayout" Target="../slideLayouts/slideLayout9.xml"/></Relationships>
</file>

<file path=ppt/slides/_rels/slide13.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9.xml"/></Relationships>
</file>

<file path=ppt/slides/_rels/slide14.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9.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 name="Rectangle 20">
            <a:extLst>
              <a:ext uri="{FF2B5EF4-FFF2-40B4-BE49-F238E27FC236}">
                <a16:creationId xmlns:a16="http://schemas.microsoft.com/office/drawing/2014/main" id="{5236A7EE-63C5-F101-791D-20DB74487B5F}"/>
              </a:ext>
            </a:extLst>
          </p:cNvPr>
          <p:cNvSpPr/>
          <p:nvPr/>
        </p:nvSpPr>
        <p:spPr>
          <a:xfrm>
            <a:off x="0" y="0"/>
            <a:ext cx="9144000" cy="5143500"/>
          </a:xfrm>
          <a:prstGeom prst="rect">
            <a:avLst/>
          </a:prstGeom>
          <a:solidFill>
            <a:srgbClr val="DFDDFB"/>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pic>
        <p:nvPicPr>
          <p:cNvPr id="27" name="Picture 26" descr="A white circle in the sky&#10;&#10;Description automatically generated">
            <a:extLst>
              <a:ext uri="{FF2B5EF4-FFF2-40B4-BE49-F238E27FC236}">
                <a16:creationId xmlns:a16="http://schemas.microsoft.com/office/drawing/2014/main" id="{1D208048-E027-53B8-75D2-1A56790EAEA4}"/>
              </a:ext>
            </a:extLst>
          </p:cNvPr>
          <p:cNvPicPr>
            <a:picLocks noChangeAspect="1"/>
          </p:cNvPicPr>
          <p:nvPr/>
        </p:nvPicPr>
        <p:blipFill rotWithShape="1">
          <a:blip r:embed="rId3">
            <a:alphaModFix amt="5000"/>
          </a:blip>
          <a:srcRect t="5928" r="746" b="10206"/>
          <a:stretch/>
        </p:blipFill>
        <p:spPr>
          <a:xfrm>
            <a:off x="13063" y="-1"/>
            <a:ext cx="9130937" cy="5143501"/>
          </a:xfrm>
          <a:prstGeom prst="rect">
            <a:avLst/>
          </a:prstGeom>
          <a:effectLst/>
        </p:spPr>
      </p:pic>
      <p:sp>
        <p:nvSpPr>
          <p:cNvPr id="22" name="Rectangle 21">
            <a:extLst>
              <a:ext uri="{FF2B5EF4-FFF2-40B4-BE49-F238E27FC236}">
                <a16:creationId xmlns:a16="http://schemas.microsoft.com/office/drawing/2014/main" id="{03D60DAB-D335-1BD9-E58E-A9668EF00ACF}"/>
              </a:ext>
            </a:extLst>
          </p:cNvPr>
          <p:cNvSpPr/>
          <p:nvPr/>
        </p:nvSpPr>
        <p:spPr>
          <a:xfrm>
            <a:off x="1865074" y="730897"/>
            <a:ext cx="6301139" cy="3966472"/>
          </a:xfrm>
          <a:prstGeom prst="rect">
            <a:avLst/>
          </a:prstGeom>
          <a:solidFill>
            <a:srgbClr val="213163"/>
          </a:solidFill>
          <a:ln>
            <a:solidFill>
              <a:srgbClr val="213163"/>
            </a:solid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3" name="Rectangle 22">
            <a:extLst>
              <a:ext uri="{FF2B5EF4-FFF2-40B4-BE49-F238E27FC236}">
                <a16:creationId xmlns:a16="http://schemas.microsoft.com/office/drawing/2014/main" id="{13F58464-A114-244B-EF0C-6FE8EEDA9F75}"/>
              </a:ext>
            </a:extLst>
          </p:cNvPr>
          <p:cNvSpPr/>
          <p:nvPr/>
        </p:nvSpPr>
        <p:spPr>
          <a:xfrm>
            <a:off x="988684" y="1023080"/>
            <a:ext cx="6985193" cy="3451405"/>
          </a:xfrm>
          <a:prstGeom prst="rect">
            <a:avLst/>
          </a:prstGeom>
          <a:solidFill>
            <a:schemeClr val="bg1"/>
          </a:solidFill>
          <a:ln>
            <a:solidFill>
              <a:schemeClr val="bg1"/>
            </a:solidFill>
          </a:ln>
          <a:effectLst>
            <a:outerShdw blurRad="508000" sx="105000" sy="105000" algn="ctr"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6" name="Rectangle 5">
            <a:extLst>
              <a:ext uri="{FF2B5EF4-FFF2-40B4-BE49-F238E27FC236}">
                <a16:creationId xmlns:a16="http://schemas.microsoft.com/office/drawing/2014/main" id="{BC4CF228-26B3-09C5-44DF-CA8F345519C2}"/>
              </a:ext>
            </a:extLst>
          </p:cNvPr>
          <p:cNvSpPr/>
          <p:nvPr/>
        </p:nvSpPr>
        <p:spPr>
          <a:xfrm>
            <a:off x="2490558" y="2787442"/>
            <a:ext cx="50564" cy="446915"/>
          </a:xfrm>
          <a:prstGeom prst="rect">
            <a:avLst/>
          </a:prstGeom>
          <a:solidFill>
            <a:srgbClr val="FFE600"/>
          </a:solidFill>
          <a:ln>
            <a:solidFill>
              <a:srgbClr val="FFE6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 name="TextBox 1">
            <a:extLst>
              <a:ext uri="{FF2B5EF4-FFF2-40B4-BE49-F238E27FC236}">
                <a16:creationId xmlns:a16="http://schemas.microsoft.com/office/drawing/2014/main" id="{B1520DAD-F8CC-E505-163A-1A40C1FCC226}"/>
              </a:ext>
            </a:extLst>
          </p:cNvPr>
          <p:cNvSpPr txBox="1"/>
          <p:nvPr/>
        </p:nvSpPr>
        <p:spPr>
          <a:xfrm>
            <a:off x="2029564" y="2248174"/>
            <a:ext cx="5025352" cy="400110"/>
          </a:xfrm>
          <a:prstGeom prst="rect">
            <a:avLst/>
          </a:prstGeom>
          <a:noFill/>
        </p:spPr>
        <p:txBody>
          <a:bodyPr wrap="square" rtlCol="0">
            <a:spAutoFit/>
          </a:bodyPr>
          <a:lstStyle/>
          <a:p>
            <a:r>
              <a:rPr lang="en-US" sz="2000" b="1">
                <a:solidFill>
                  <a:srgbClr val="161D23"/>
                </a:solidFill>
              </a:rPr>
              <a:t>NEXT GEN EMPLOYABILITY PROGRAM</a:t>
            </a:r>
          </a:p>
        </p:txBody>
      </p:sp>
      <p:sp>
        <p:nvSpPr>
          <p:cNvPr id="7" name="TextBox 6">
            <a:extLst>
              <a:ext uri="{FF2B5EF4-FFF2-40B4-BE49-F238E27FC236}">
                <a16:creationId xmlns:a16="http://schemas.microsoft.com/office/drawing/2014/main" id="{7054292D-CF71-BD6B-6494-F0C14CB8262D}"/>
              </a:ext>
            </a:extLst>
          </p:cNvPr>
          <p:cNvSpPr txBox="1"/>
          <p:nvPr/>
        </p:nvSpPr>
        <p:spPr>
          <a:xfrm>
            <a:off x="2541122" y="2795733"/>
            <a:ext cx="4019698" cy="400110"/>
          </a:xfrm>
          <a:prstGeom prst="rect">
            <a:avLst/>
          </a:prstGeom>
          <a:noFill/>
        </p:spPr>
        <p:txBody>
          <a:bodyPr wrap="square" rtlCol="0">
            <a:spAutoFit/>
          </a:bodyPr>
          <a:lstStyle/>
          <a:p>
            <a:r>
              <a:rPr lang="en-US" sz="2000">
                <a:solidFill>
                  <a:srgbClr val="161D23"/>
                </a:solidFill>
              </a:rPr>
              <a:t>Creating a future-ready workforce</a:t>
            </a:r>
          </a:p>
        </p:txBody>
      </p:sp>
      <p:sp>
        <p:nvSpPr>
          <p:cNvPr id="13" name="Google Shape;70;p13">
            <a:extLst>
              <a:ext uri="{FF2B5EF4-FFF2-40B4-BE49-F238E27FC236}">
                <a16:creationId xmlns:a16="http://schemas.microsoft.com/office/drawing/2014/main" id="{8C1DD971-C5B3-56AD-1BE7-5C0CC8C3C639}"/>
              </a:ext>
            </a:extLst>
          </p:cNvPr>
          <p:cNvSpPr txBox="1"/>
          <p:nvPr/>
        </p:nvSpPr>
        <p:spPr>
          <a:xfrm>
            <a:off x="1003625" y="3642533"/>
            <a:ext cx="1456920" cy="276959"/>
          </a:xfrm>
          <a:prstGeom prst="rect">
            <a:avLst/>
          </a:prstGeom>
          <a:noFill/>
          <a:ln>
            <a:noFill/>
          </a:ln>
        </p:spPr>
        <p:txBody>
          <a:bodyPr spcFirstLastPara="1" wrap="square" lIns="91425" tIns="45700" rIns="91425" bIns="45700" anchor="t" anchorCtr="0">
            <a:spAutoFit/>
          </a:bodyPr>
          <a:lstStyle/>
          <a:p>
            <a:pPr marL="0" marR="0" lvl="0" indent="0" rtl="0">
              <a:lnSpc>
                <a:spcPct val="100000"/>
              </a:lnSpc>
              <a:spcBef>
                <a:spcPts val="0"/>
              </a:spcBef>
              <a:spcAft>
                <a:spcPts val="0"/>
              </a:spcAft>
              <a:buNone/>
            </a:pPr>
            <a:r>
              <a:rPr lang="en-US" sz="1200" b="0" i="0" u="none" strike="noStrike" cap="none">
                <a:solidFill>
                  <a:schemeClr val="tx1"/>
                </a:solidFill>
                <a:latin typeface="Arial"/>
                <a:ea typeface="Arial"/>
                <a:cs typeface="Arial"/>
                <a:sym typeface="Arial"/>
              </a:rPr>
              <a:t>Team Members</a:t>
            </a:r>
          </a:p>
        </p:txBody>
      </p:sp>
      <p:sp>
        <p:nvSpPr>
          <p:cNvPr id="14" name="TextBox 13">
            <a:extLst>
              <a:ext uri="{FF2B5EF4-FFF2-40B4-BE49-F238E27FC236}">
                <a16:creationId xmlns:a16="http://schemas.microsoft.com/office/drawing/2014/main" id="{43DEA4E5-E1F9-7C2B-5D82-B9EBDB357F79}"/>
              </a:ext>
            </a:extLst>
          </p:cNvPr>
          <p:cNvSpPr txBox="1"/>
          <p:nvPr/>
        </p:nvSpPr>
        <p:spPr>
          <a:xfrm>
            <a:off x="1042826" y="3858605"/>
            <a:ext cx="2095554" cy="456535"/>
          </a:xfrm>
          <a:prstGeom prst="rect">
            <a:avLst/>
          </a:prstGeom>
          <a:noFill/>
        </p:spPr>
        <p:txBody>
          <a:bodyPr wrap="square">
            <a:spAutoFit/>
          </a:bodyPr>
          <a:lstStyle/>
          <a:p>
            <a:pPr marR="0" lvl="0" rtl="0">
              <a:lnSpc>
                <a:spcPct val="100000"/>
              </a:lnSpc>
              <a:spcBef>
                <a:spcPts val="0"/>
              </a:spcBef>
              <a:spcAft>
                <a:spcPts val="200"/>
              </a:spcAft>
              <a:buClr>
                <a:schemeClr val="bg1"/>
              </a:buClr>
            </a:pPr>
            <a:r>
              <a:rPr lang="en-US" sz="1100" b="0" i="0" u="none" strike="noStrike" cap="none" dirty="0">
                <a:solidFill>
                  <a:schemeClr val="tx1"/>
                </a:solidFill>
                <a:latin typeface="Arial"/>
                <a:ea typeface="Arial"/>
                <a:cs typeface="Arial"/>
                <a:sym typeface="Arial"/>
              </a:rPr>
              <a:t>Student Name :</a:t>
            </a:r>
            <a:r>
              <a:rPr lang="en-US" sz="1100" dirty="0">
                <a:solidFill>
                  <a:schemeClr val="tx1"/>
                </a:solidFill>
              </a:rPr>
              <a:t>Ashik</a:t>
            </a:r>
            <a:r>
              <a:rPr lang="en-US" sz="1100" b="0" i="0" u="none" strike="noStrike" cap="none" dirty="0">
                <a:solidFill>
                  <a:schemeClr val="tx1"/>
                </a:solidFill>
                <a:latin typeface="Arial"/>
                <a:ea typeface="Arial"/>
                <a:cs typeface="Arial"/>
                <a:sym typeface="Arial"/>
              </a:rPr>
              <a:t>a</a:t>
            </a:r>
            <a:r>
              <a:rPr lang="en-US" sz="1100" dirty="0">
                <a:solidFill>
                  <a:schemeClr val="tx1"/>
                </a:solidFill>
              </a:rPr>
              <a:t> K</a:t>
            </a:r>
            <a:endParaRPr lang="en-US" sz="1100" b="0" i="0" u="none" strike="noStrike" cap="none" dirty="0">
              <a:solidFill>
                <a:schemeClr val="tx1"/>
              </a:solidFill>
              <a:latin typeface="Arial"/>
              <a:ea typeface="Arial"/>
              <a:cs typeface="Arial"/>
              <a:sym typeface="Arial"/>
            </a:endParaRPr>
          </a:p>
          <a:p>
            <a:pPr marR="0" lvl="0" rtl="0">
              <a:lnSpc>
                <a:spcPct val="100000"/>
              </a:lnSpc>
              <a:spcBef>
                <a:spcPts val="0"/>
              </a:spcBef>
              <a:spcAft>
                <a:spcPts val="200"/>
              </a:spcAft>
              <a:buClr>
                <a:schemeClr val="bg1"/>
              </a:buClr>
            </a:pPr>
            <a:r>
              <a:rPr lang="en-US" sz="1100" b="0" i="0" u="none" strike="noStrike" cap="none" dirty="0">
                <a:solidFill>
                  <a:schemeClr val="tx1"/>
                </a:solidFill>
                <a:latin typeface="Arial"/>
                <a:ea typeface="Arial"/>
                <a:cs typeface="Arial"/>
                <a:sym typeface="Arial"/>
              </a:rPr>
              <a:t>Student ID :au960221104028 </a:t>
            </a:r>
          </a:p>
        </p:txBody>
      </p:sp>
      <p:cxnSp>
        <p:nvCxnSpPr>
          <p:cNvPr id="15" name="Straight Connector 14">
            <a:extLst>
              <a:ext uri="{FF2B5EF4-FFF2-40B4-BE49-F238E27FC236}">
                <a16:creationId xmlns:a16="http://schemas.microsoft.com/office/drawing/2014/main" id="{65441A6D-4B56-CED3-7C3C-EF8BA7462425}"/>
              </a:ext>
            </a:extLst>
          </p:cNvPr>
          <p:cNvCxnSpPr>
            <a:cxnSpLocks/>
          </p:cNvCxnSpPr>
          <p:nvPr/>
        </p:nvCxnSpPr>
        <p:spPr>
          <a:xfrm>
            <a:off x="1100213" y="3919492"/>
            <a:ext cx="1986613" cy="0"/>
          </a:xfrm>
          <a:prstGeom prst="line">
            <a:avLst/>
          </a:prstGeom>
          <a:ln w="3175">
            <a:solidFill>
              <a:schemeClr val="tx1"/>
            </a:solidFill>
            <a:prstDash val="lgDashDotDot"/>
          </a:ln>
        </p:spPr>
        <p:style>
          <a:lnRef idx="1">
            <a:schemeClr val="accent1"/>
          </a:lnRef>
          <a:fillRef idx="0">
            <a:schemeClr val="accent1"/>
          </a:fillRef>
          <a:effectRef idx="0">
            <a:schemeClr val="accent1"/>
          </a:effectRef>
          <a:fontRef idx="minor">
            <a:schemeClr val="tx1"/>
          </a:fontRef>
        </p:style>
      </p:cxnSp>
      <p:sp>
        <p:nvSpPr>
          <p:cNvPr id="18" name="Google Shape;70;p13">
            <a:extLst>
              <a:ext uri="{FF2B5EF4-FFF2-40B4-BE49-F238E27FC236}">
                <a16:creationId xmlns:a16="http://schemas.microsoft.com/office/drawing/2014/main" id="{CCC1DF48-ED01-057A-9A4F-593C2283B3BB}"/>
              </a:ext>
            </a:extLst>
          </p:cNvPr>
          <p:cNvSpPr txBox="1"/>
          <p:nvPr/>
        </p:nvSpPr>
        <p:spPr>
          <a:xfrm>
            <a:off x="5596477" y="3627293"/>
            <a:ext cx="1456920" cy="276959"/>
          </a:xfrm>
          <a:prstGeom prst="rect">
            <a:avLst/>
          </a:prstGeom>
          <a:noFill/>
          <a:ln>
            <a:noFill/>
          </a:ln>
        </p:spPr>
        <p:txBody>
          <a:bodyPr spcFirstLastPara="1" wrap="square" lIns="91425" tIns="45700" rIns="91425" bIns="45700" anchor="t" anchorCtr="0">
            <a:spAutoFit/>
          </a:bodyPr>
          <a:lstStyle/>
          <a:p>
            <a:pPr marL="0" marR="0" lvl="0" indent="0" rtl="0">
              <a:lnSpc>
                <a:spcPct val="100000"/>
              </a:lnSpc>
              <a:spcBef>
                <a:spcPts val="0"/>
              </a:spcBef>
              <a:spcAft>
                <a:spcPts val="0"/>
              </a:spcAft>
              <a:buNone/>
            </a:pPr>
            <a:r>
              <a:rPr lang="en-US" sz="1200" b="0" i="0" u="none" strike="noStrike" cap="none">
                <a:solidFill>
                  <a:schemeClr val="tx1"/>
                </a:solidFill>
                <a:latin typeface="Arial"/>
                <a:ea typeface="Arial"/>
                <a:cs typeface="Arial"/>
                <a:sym typeface="Arial"/>
              </a:rPr>
              <a:t>College Name</a:t>
            </a:r>
          </a:p>
        </p:txBody>
      </p:sp>
      <p:cxnSp>
        <p:nvCxnSpPr>
          <p:cNvPr id="20" name="Straight Connector 19">
            <a:extLst>
              <a:ext uri="{FF2B5EF4-FFF2-40B4-BE49-F238E27FC236}">
                <a16:creationId xmlns:a16="http://schemas.microsoft.com/office/drawing/2014/main" id="{EE4AF06F-32E4-745B-8ACE-60EC11F28AB5}"/>
              </a:ext>
            </a:extLst>
          </p:cNvPr>
          <p:cNvCxnSpPr>
            <a:cxnSpLocks/>
          </p:cNvCxnSpPr>
          <p:nvPr/>
        </p:nvCxnSpPr>
        <p:spPr>
          <a:xfrm>
            <a:off x="5693065" y="3919492"/>
            <a:ext cx="1360332" cy="0"/>
          </a:xfrm>
          <a:prstGeom prst="line">
            <a:avLst/>
          </a:prstGeom>
          <a:ln w="3175">
            <a:solidFill>
              <a:schemeClr val="tx1"/>
            </a:solidFill>
            <a:prstDash val="lgDashDotDot"/>
          </a:ln>
        </p:spPr>
        <p:style>
          <a:lnRef idx="1">
            <a:schemeClr val="accent1"/>
          </a:lnRef>
          <a:fillRef idx="0">
            <a:schemeClr val="accent1"/>
          </a:fillRef>
          <a:effectRef idx="0">
            <a:schemeClr val="accent1"/>
          </a:effectRef>
          <a:fontRef idx="minor">
            <a:schemeClr val="tx1"/>
          </a:fontRef>
        </p:style>
      </p:cxnSp>
      <p:sp>
        <p:nvSpPr>
          <p:cNvPr id="24" name="TextBox 23">
            <a:extLst>
              <a:ext uri="{FF2B5EF4-FFF2-40B4-BE49-F238E27FC236}">
                <a16:creationId xmlns:a16="http://schemas.microsoft.com/office/drawing/2014/main" id="{C20BD188-F1AC-8947-CAF9-F4BF1056D5B6}"/>
              </a:ext>
            </a:extLst>
          </p:cNvPr>
          <p:cNvSpPr txBox="1"/>
          <p:nvPr/>
        </p:nvSpPr>
        <p:spPr>
          <a:xfrm>
            <a:off x="5693356" y="3956068"/>
            <a:ext cx="2095554" cy="430887"/>
          </a:xfrm>
          <a:prstGeom prst="rect">
            <a:avLst/>
          </a:prstGeom>
          <a:noFill/>
        </p:spPr>
        <p:txBody>
          <a:bodyPr wrap="square">
            <a:spAutoFit/>
          </a:bodyPr>
          <a:lstStyle/>
          <a:p>
            <a:pPr marR="0" lvl="0" rtl="0">
              <a:lnSpc>
                <a:spcPct val="100000"/>
              </a:lnSpc>
              <a:spcBef>
                <a:spcPts val="0"/>
              </a:spcBef>
              <a:spcAft>
                <a:spcPts val="200"/>
              </a:spcAft>
              <a:buClr>
                <a:schemeClr val="bg1"/>
              </a:buClr>
            </a:pPr>
            <a:r>
              <a:rPr lang="en-US" sz="1100" b="0" i="0" u="none" strike="noStrike" cap="none" dirty="0">
                <a:solidFill>
                  <a:schemeClr val="tx1"/>
                </a:solidFill>
                <a:latin typeface="Arial"/>
                <a:ea typeface="Arial"/>
                <a:cs typeface="Arial"/>
                <a:sym typeface="Arial"/>
              </a:rPr>
              <a:t>Arunachala College of Engineering for Women</a:t>
            </a:r>
          </a:p>
        </p:txBody>
      </p:sp>
      <p:pic>
        <p:nvPicPr>
          <p:cNvPr id="1026" name="Picture 2">
            <a:extLst>
              <a:ext uri="{FF2B5EF4-FFF2-40B4-BE49-F238E27FC236}">
                <a16:creationId xmlns:a16="http://schemas.microsoft.com/office/drawing/2014/main" id="{61466F5C-A7B7-4728-9A5F-F0612A432B99}"/>
              </a:ext>
            </a:extLst>
          </p:cNvPr>
          <p:cNvPicPr>
            <a:picLocks noChangeAspect="1" noChangeArrowheads="1"/>
          </p:cNvPicPr>
          <p:nvPr/>
        </p:nvPicPr>
        <p:blipFill>
          <a:blip r:embed="rId4">
            <a:extLst>
              <a:ext uri="{28A0092B-C50C-407E-A947-70E740481C1C}">
                <a14:useLocalDpi xmlns:a14="http://schemas.microsoft.com/office/drawing/2010/main" val="0"/>
              </a:ext>
            </a:extLst>
          </a:blip>
          <a:stretch>
            <a:fillRect/>
          </a:stretch>
        </p:blipFill>
        <p:spPr bwMode="auto">
          <a:xfrm>
            <a:off x="1834750" y="1249149"/>
            <a:ext cx="1146742" cy="666202"/>
          </a:xfrm>
          <a:prstGeom prst="rect">
            <a:avLst/>
          </a:prstGeom>
          <a:extLst>
            <a:ext uri="{909E8E84-426E-40DD-AFC4-6F175D3DCCD1}">
              <a14:hiddenFill xmlns:a14="http://schemas.microsoft.com/office/drawing/2010/main">
                <a:solidFill>
                  <a:srgbClr val="FFFFFF"/>
                </a:solidFill>
              </a14:hiddenFill>
            </a:ext>
          </a:extLst>
        </p:spPr>
      </p:pic>
      <p:pic>
        <p:nvPicPr>
          <p:cNvPr id="1029" name="Picture 5" descr="A logo with people and map&#10;&#10;Description automatically generated">
            <a:extLst>
              <a:ext uri="{FF2B5EF4-FFF2-40B4-BE49-F238E27FC236}">
                <a16:creationId xmlns:a16="http://schemas.microsoft.com/office/drawing/2014/main" id="{BFFC49F7-E3C1-4C7B-B678-EA69593CA092}"/>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6461189" y="1211666"/>
            <a:ext cx="668564" cy="666202"/>
          </a:xfrm>
          <a:prstGeom prst="rect">
            <a:avLst/>
          </a:prstGeom>
          <a:noFill/>
          <a:extLst>
            <a:ext uri="{909E8E84-426E-40DD-AFC4-6F175D3DCCD1}">
              <a14:hiddenFill xmlns:a14="http://schemas.microsoft.com/office/drawing/2010/main">
                <a:solidFill>
                  <a:srgbClr val="FFFFFF"/>
                </a:solidFill>
              </a14:hiddenFill>
            </a:ext>
          </a:extLst>
        </p:spPr>
      </p:pic>
      <p:pic>
        <p:nvPicPr>
          <p:cNvPr id="10" name="Picture 9" descr="A close up of a logo&#10;&#10;Description automatically generated">
            <a:extLst>
              <a:ext uri="{FF2B5EF4-FFF2-40B4-BE49-F238E27FC236}">
                <a16:creationId xmlns:a16="http://schemas.microsoft.com/office/drawing/2014/main" id="{E8EBC10E-EEF7-B81B-B43B-76C70375410B}"/>
              </a:ext>
            </a:extLst>
          </p:cNvPr>
          <p:cNvPicPr>
            <a:picLocks noChangeAspect="1"/>
          </p:cNvPicPr>
          <p:nvPr/>
        </p:nvPicPr>
        <p:blipFill>
          <a:blip r:embed="rId6"/>
          <a:stretch>
            <a:fillRect/>
          </a:stretch>
        </p:blipFill>
        <p:spPr>
          <a:xfrm>
            <a:off x="3927667" y="1286631"/>
            <a:ext cx="1587347" cy="516273"/>
          </a:xfrm>
          <a:prstGeom prst="rect">
            <a:avLst/>
          </a:prstGeom>
        </p:spPr>
      </p:pic>
    </p:spTree>
  </p:cSld>
  <p:clrMapOvr>
    <a:masterClrMapping/>
  </p:clrMapOvr>
  <mc:AlternateContent xmlns:mc="http://schemas.openxmlformats.org/markup-compatibility/2006" xmlns:p14="http://schemas.microsoft.com/office/powerpoint/2010/main">
    <mc:Choice Requires="p14">
      <p:transition spd="slow" p14:dur="2000" advTm="3590"/>
    </mc:Choice>
    <mc:Fallback xmlns="">
      <p:transition spd="slow" advTm="3590"/>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60"/>
        <p:cNvGrpSpPr/>
        <p:nvPr/>
      </p:nvGrpSpPr>
      <p:grpSpPr>
        <a:xfrm>
          <a:off x="0" y="0"/>
          <a:ext cx="0" cy="0"/>
          <a:chOff x="0" y="0"/>
          <a:chExt cx="0" cy="0"/>
        </a:xfrm>
      </p:grpSpPr>
      <p:pic>
        <p:nvPicPr>
          <p:cNvPr id="11" name="Picture 10" descr="A blue and white rectangle with a white border&#10;&#10;Description automatically generated">
            <a:extLst>
              <a:ext uri="{FF2B5EF4-FFF2-40B4-BE49-F238E27FC236}">
                <a16:creationId xmlns:a16="http://schemas.microsoft.com/office/drawing/2014/main" id="{1DDD1C7A-587D-4E91-1F48-EF709EC7474B}"/>
              </a:ext>
            </a:extLst>
          </p:cNvPr>
          <p:cNvPicPr>
            <a:picLocks noChangeAspect="1"/>
          </p:cNvPicPr>
          <p:nvPr/>
        </p:nvPicPr>
        <p:blipFill>
          <a:blip r:embed="rId3"/>
          <a:stretch>
            <a:fillRect/>
          </a:stretch>
        </p:blipFill>
        <p:spPr>
          <a:xfrm>
            <a:off x="0" y="0"/>
            <a:ext cx="9144000" cy="5143500"/>
          </a:xfrm>
          <a:prstGeom prst="rect">
            <a:avLst/>
          </a:prstGeom>
        </p:spPr>
      </p:pic>
      <p:sp>
        <p:nvSpPr>
          <p:cNvPr id="12" name="TextBox 11">
            <a:extLst>
              <a:ext uri="{FF2B5EF4-FFF2-40B4-BE49-F238E27FC236}">
                <a16:creationId xmlns:a16="http://schemas.microsoft.com/office/drawing/2014/main" id="{C96C9006-A794-E787-C5A5-C495983DDB30}"/>
              </a:ext>
            </a:extLst>
          </p:cNvPr>
          <p:cNvSpPr txBox="1"/>
          <p:nvPr/>
        </p:nvSpPr>
        <p:spPr>
          <a:xfrm>
            <a:off x="2422762" y="970065"/>
            <a:ext cx="4283236" cy="433517"/>
          </a:xfrm>
          <a:prstGeom prst="rect">
            <a:avLst/>
          </a:prstGeom>
        </p:spPr>
        <p:txBody>
          <a:bodyPr wrap="square" lIns="0" tIns="0" rIns="0" bIns="0" rtlCol="0" anchor="t">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lnSpc>
                <a:spcPts val="3930"/>
              </a:lnSpc>
              <a:spcBef>
                <a:spcPct val="0"/>
              </a:spcBef>
            </a:pPr>
            <a:r>
              <a:rPr lang="en-US" sz="2000" b="1">
                <a:solidFill>
                  <a:srgbClr val="213164"/>
                </a:solidFill>
                <a:latin typeface="Arial"/>
                <a:cs typeface="Arial"/>
              </a:rPr>
              <a:t>CAPSTONE PROJECT SHOWCASE</a:t>
            </a:r>
          </a:p>
        </p:txBody>
      </p:sp>
      <p:sp>
        <p:nvSpPr>
          <p:cNvPr id="16" name="Rectangle: Rounded Corners 15">
            <a:extLst>
              <a:ext uri="{FF2B5EF4-FFF2-40B4-BE49-F238E27FC236}">
                <a16:creationId xmlns:a16="http://schemas.microsoft.com/office/drawing/2014/main" id="{8DB24E31-75E2-D2BE-DEE1-91ADB5001A8F}"/>
              </a:ext>
            </a:extLst>
          </p:cNvPr>
          <p:cNvSpPr/>
          <p:nvPr/>
        </p:nvSpPr>
        <p:spPr>
          <a:xfrm>
            <a:off x="956310" y="3037840"/>
            <a:ext cx="7227570" cy="530626"/>
          </a:xfrm>
          <a:prstGeom prst="roundRect">
            <a:avLst/>
          </a:prstGeom>
          <a:solidFill>
            <a:srgbClr val="DFDDFB"/>
          </a:solidFill>
          <a:ln>
            <a:solidFill>
              <a:srgbClr val="DFDDFB"/>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3" name="TextBox 10">
            <a:extLst>
              <a:ext uri="{FF2B5EF4-FFF2-40B4-BE49-F238E27FC236}">
                <a16:creationId xmlns:a16="http://schemas.microsoft.com/office/drawing/2014/main" id="{5EA4B0C5-E33A-D592-C106-2AB96DBFDD04}"/>
              </a:ext>
            </a:extLst>
          </p:cNvPr>
          <p:cNvSpPr txBox="1"/>
          <p:nvPr/>
        </p:nvSpPr>
        <p:spPr>
          <a:xfrm>
            <a:off x="2129473" y="3183633"/>
            <a:ext cx="4881245" cy="239040"/>
          </a:xfrm>
          <a:prstGeom prst="rect">
            <a:avLst/>
          </a:prstGeom>
        </p:spPr>
        <p:txBody>
          <a:bodyPr wrap="square" lIns="0" tIns="0" rIns="0" bIns="0" rtlCol="0" anchor="t">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lnSpc>
                <a:spcPts val="1996"/>
              </a:lnSpc>
              <a:spcBef>
                <a:spcPct val="0"/>
              </a:spcBef>
            </a:pPr>
            <a:r>
              <a:rPr lang="en-US" sz="1600" b="1"/>
              <a:t>Car Rentals Application with Django Framework</a:t>
            </a:r>
            <a:r>
              <a:rPr lang="en-US" sz="1600" b="1">
                <a:latin typeface="+mj-lt"/>
              </a:rPr>
              <a:t> </a:t>
            </a:r>
            <a:endParaRPr lang="en-US" sz="1600" b="1">
              <a:latin typeface="+mj-lt"/>
              <a:cs typeface="Poppins"/>
            </a:endParaRPr>
          </a:p>
        </p:txBody>
      </p:sp>
      <p:sp>
        <p:nvSpPr>
          <p:cNvPr id="19" name="TextBox 10">
            <a:extLst>
              <a:ext uri="{FF2B5EF4-FFF2-40B4-BE49-F238E27FC236}">
                <a16:creationId xmlns:a16="http://schemas.microsoft.com/office/drawing/2014/main" id="{318A4EF8-FF85-6356-89E9-7A3A656EBA3B}"/>
              </a:ext>
            </a:extLst>
          </p:cNvPr>
          <p:cNvSpPr txBox="1"/>
          <p:nvPr/>
        </p:nvSpPr>
        <p:spPr>
          <a:xfrm>
            <a:off x="3872230" y="2704572"/>
            <a:ext cx="1399540" cy="239040"/>
          </a:xfrm>
          <a:prstGeom prst="rect">
            <a:avLst/>
          </a:prstGeom>
        </p:spPr>
        <p:txBody>
          <a:bodyPr wrap="square" lIns="0" tIns="0" rIns="0" bIns="0" rtlCol="0" anchor="t">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lnSpc>
                <a:spcPts val="1996"/>
              </a:lnSpc>
              <a:spcBef>
                <a:spcPct val="0"/>
              </a:spcBef>
            </a:pPr>
            <a:r>
              <a:rPr lang="en-US" sz="1600" b="1">
                <a:solidFill>
                  <a:schemeClr val="bg1"/>
                </a:solidFill>
                <a:latin typeface="+mj-lt"/>
              </a:rPr>
              <a:t>Project Title</a:t>
            </a:r>
            <a:endParaRPr lang="en-US" sz="1600" b="1">
              <a:solidFill>
                <a:schemeClr val="bg1"/>
              </a:solidFill>
              <a:latin typeface="+mj-lt"/>
              <a:cs typeface="Poppins"/>
            </a:endParaRPr>
          </a:p>
        </p:txBody>
      </p:sp>
      <p:sp>
        <p:nvSpPr>
          <p:cNvPr id="14" name="TextBox 7">
            <a:extLst>
              <a:ext uri="{FF2B5EF4-FFF2-40B4-BE49-F238E27FC236}">
                <a16:creationId xmlns:a16="http://schemas.microsoft.com/office/drawing/2014/main" id="{1A6C2021-F9AE-B643-BC8F-4F6AB30CABCF}"/>
              </a:ext>
            </a:extLst>
          </p:cNvPr>
          <p:cNvSpPr txBox="1"/>
          <p:nvPr/>
        </p:nvSpPr>
        <p:spPr>
          <a:xfrm>
            <a:off x="1276813" y="4029973"/>
            <a:ext cx="6590375" cy="512320"/>
          </a:xfrm>
          <a:prstGeom prst="rect">
            <a:avLst/>
          </a:prstGeom>
        </p:spPr>
        <p:txBody>
          <a:bodyPr wrap="square" lIns="0" tIns="0" rIns="0" bIns="0" rtlCol="0" anchor="t">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lnSpc>
                <a:spcPts val="1996"/>
              </a:lnSpc>
              <a:spcBef>
                <a:spcPct val="0"/>
              </a:spcBef>
            </a:pPr>
            <a:r>
              <a:rPr lang="en-US" sz="1600">
                <a:solidFill>
                  <a:schemeClr val="bg1"/>
                </a:solidFill>
                <a:latin typeface="+mj-lt"/>
              </a:rPr>
              <a:t>Abstract | Problem Statement | Project Overview |</a:t>
            </a:r>
            <a:r>
              <a:rPr lang="en-US" sz="1600">
                <a:solidFill>
                  <a:schemeClr val="bg1"/>
                </a:solidFill>
                <a:latin typeface="+mj-lt"/>
                <a:ea typeface="+mn-lt"/>
                <a:cs typeface="Poppins"/>
              </a:rPr>
              <a:t> Proposed </a:t>
            </a:r>
            <a:r>
              <a:rPr lang="en-US" sz="1600">
                <a:solidFill>
                  <a:schemeClr val="bg1"/>
                </a:solidFill>
                <a:latin typeface="+mj-lt"/>
                <a:ea typeface="+mn-lt"/>
                <a:cs typeface="+mn-lt"/>
              </a:rPr>
              <a:t>Solution </a:t>
            </a:r>
            <a:r>
              <a:rPr lang="en-US" sz="1600">
                <a:solidFill>
                  <a:schemeClr val="bg1"/>
                </a:solidFill>
                <a:latin typeface="+mj-lt"/>
              </a:rPr>
              <a:t>| </a:t>
            </a:r>
            <a:r>
              <a:rPr lang="en-US" sz="1600">
                <a:solidFill>
                  <a:schemeClr val="bg1"/>
                </a:solidFill>
                <a:latin typeface="+mj-lt"/>
                <a:ea typeface="+mn-lt"/>
                <a:cs typeface="Poppins"/>
              </a:rPr>
              <a:t>Technology Used</a:t>
            </a:r>
            <a:r>
              <a:rPr lang="en-US" sz="1600">
                <a:solidFill>
                  <a:schemeClr val="bg1"/>
                </a:solidFill>
                <a:latin typeface="+mj-lt"/>
              </a:rPr>
              <a:t> | Modelling &amp; Results </a:t>
            </a:r>
            <a:r>
              <a:rPr lang="en-US" sz="1600">
                <a:solidFill>
                  <a:schemeClr val="bg1"/>
                </a:solidFill>
                <a:latin typeface="+mj-lt"/>
                <a:ea typeface="+mn-lt"/>
                <a:cs typeface="+mn-lt"/>
              </a:rPr>
              <a:t>| Conclusion </a:t>
            </a:r>
            <a:endParaRPr lang="en-US" sz="1600">
              <a:solidFill>
                <a:schemeClr val="bg1"/>
              </a:solidFill>
              <a:latin typeface="+mj-lt"/>
              <a:cs typeface="Poppins"/>
            </a:endParaRPr>
          </a:p>
        </p:txBody>
      </p:sp>
    </p:spTree>
    <p:extLst>
      <p:ext uri="{BB962C8B-B14F-4D97-AF65-F5344CB8AC3E}">
        <p14:creationId xmlns:p14="http://schemas.microsoft.com/office/powerpoint/2010/main" val="242748518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60"/>
        <p:cNvGrpSpPr/>
        <p:nvPr/>
      </p:nvGrpSpPr>
      <p:grpSpPr>
        <a:xfrm>
          <a:off x="0" y="0"/>
          <a:ext cx="0" cy="0"/>
          <a:chOff x="0" y="0"/>
          <a:chExt cx="0" cy="0"/>
        </a:xfrm>
      </p:grpSpPr>
      <p:sp>
        <p:nvSpPr>
          <p:cNvPr id="61" name="Google Shape;61;g5fab984687_2_0"/>
          <p:cNvSpPr txBox="1">
            <a:spLocks noGrp="1"/>
          </p:cNvSpPr>
          <p:nvPr>
            <p:ph type="title" idx="4294967295"/>
          </p:nvPr>
        </p:nvSpPr>
        <p:spPr>
          <a:xfrm>
            <a:off x="138652" y="709223"/>
            <a:ext cx="2936082" cy="322263"/>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2800"/>
              <a:buNone/>
            </a:pPr>
            <a:r>
              <a:rPr lang="en-IN" sz="1600" b="1">
                <a:solidFill>
                  <a:srgbClr val="213163"/>
                </a:solidFill>
              </a:rPr>
              <a:t>Abstract</a:t>
            </a:r>
            <a:endParaRPr lang="en-IN" sz="1600"/>
          </a:p>
        </p:txBody>
      </p:sp>
      <p:cxnSp>
        <p:nvCxnSpPr>
          <p:cNvPr id="3" name="Straight Connector 2">
            <a:extLst>
              <a:ext uri="{FF2B5EF4-FFF2-40B4-BE49-F238E27FC236}">
                <a16:creationId xmlns:a16="http://schemas.microsoft.com/office/drawing/2014/main" id="{0E138CBA-7C0B-348B-874D-0DBE98733F33}"/>
              </a:ext>
            </a:extLst>
          </p:cNvPr>
          <p:cNvCxnSpPr/>
          <p:nvPr/>
        </p:nvCxnSpPr>
        <p:spPr>
          <a:xfrm>
            <a:off x="0" y="4675910"/>
            <a:ext cx="9144000" cy="0"/>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4" name="Google Shape;61;g5fab984687_2_0">
            <a:extLst>
              <a:ext uri="{FF2B5EF4-FFF2-40B4-BE49-F238E27FC236}">
                <a16:creationId xmlns:a16="http://schemas.microsoft.com/office/drawing/2014/main" id="{A6F8FB9D-26BD-FFD4-0D44-2DE325084D08}"/>
              </a:ext>
            </a:extLst>
          </p:cNvPr>
          <p:cNvSpPr txBox="1">
            <a:spLocks/>
          </p:cNvSpPr>
          <p:nvPr/>
        </p:nvSpPr>
        <p:spPr>
          <a:xfrm>
            <a:off x="138652" y="4713110"/>
            <a:ext cx="707168" cy="322263"/>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buSzPts val="2800"/>
            </a:pPr>
            <a:r>
              <a:rPr lang="en-IN" sz="1000">
                <a:solidFill>
                  <a:schemeClr val="tx1"/>
                </a:solidFill>
              </a:rPr>
              <a:t>Source :</a:t>
            </a:r>
          </a:p>
        </p:txBody>
      </p:sp>
      <p:sp>
        <p:nvSpPr>
          <p:cNvPr id="7" name="TextBox 6">
            <a:extLst>
              <a:ext uri="{FF2B5EF4-FFF2-40B4-BE49-F238E27FC236}">
                <a16:creationId xmlns:a16="http://schemas.microsoft.com/office/drawing/2014/main" id="{5EA52265-E418-94A1-1055-FCA815EA5AEC}"/>
              </a:ext>
            </a:extLst>
          </p:cNvPr>
          <p:cNvSpPr txBox="1"/>
          <p:nvPr/>
        </p:nvSpPr>
        <p:spPr>
          <a:xfrm>
            <a:off x="955040" y="1327573"/>
            <a:ext cx="184731" cy="307777"/>
          </a:xfrm>
          <a:prstGeom prst="rect">
            <a:avLst/>
          </a:prstGeom>
          <a:noFill/>
        </p:spPr>
        <p:txBody>
          <a:bodyPr wrap="none" rtlCol="0">
            <a:spAutoFit/>
          </a:bodyPr>
          <a:lstStyle/>
          <a:p>
            <a:endParaRPr lang="en-IN"/>
          </a:p>
        </p:txBody>
      </p:sp>
      <p:sp>
        <p:nvSpPr>
          <p:cNvPr id="8" name="TextBox 7">
            <a:extLst>
              <a:ext uri="{FF2B5EF4-FFF2-40B4-BE49-F238E27FC236}">
                <a16:creationId xmlns:a16="http://schemas.microsoft.com/office/drawing/2014/main" id="{5B470E3D-CB3A-2686-16AD-47798A7B06F7}"/>
              </a:ext>
            </a:extLst>
          </p:cNvPr>
          <p:cNvSpPr txBox="1"/>
          <p:nvPr/>
        </p:nvSpPr>
        <p:spPr>
          <a:xfrm rot="10800000" flipV="1">
            <a:off x="955040" y="1340645"/>
            <a:ext cx="6394025" cy="2462213"/>
          </a:xfrm>
          <a:prstGeom prst="rect">
            <a:avLst/>
          </a:prstGeom>
          <a:noFill/>
        </p:spPr>
        <p:txBody>
          <a:bodyPr wrap="square" rtlCol="0">
            <a:spAutoFit/>
          </a:bodyPr>
          <a:lstStyle/>
          <a:p>
            <a:r>
              <a:rPr lang="en-US" dirty="0"/>
              <a:t>The car rentals application built on Django framework offers a streamlined platform for both customers and administrators to efficiently manage car rental services . Implement user registration , login , and logout functionalities using Django’s built-in authentication system. With user friendly interfaces , customers can browse , reserve , and manage bookings effortlessly , while administrators can oversee car and booking management seamlessly ,Key features include user authentication  ,  such as payment integration , rigorous testing , and security measures further enhance the application’s reliability and usability . Leveraging Django’s robust framework , the application ensures scalability , security ,and optimal performance , providing a comprehensive solution for car rental businesses.</a:t>
            </a:r>
            <a:endParaRPr lang="en-IN" dirty="0"/>
          </a:p>
        </p:txBody>
      </p:sp>
    </p:spTree>
    <p:extLst>
      <p:ext uri="{BB962C8B-B14F-4D97-AF65-F5344CB8AC3E}">
        <p14:creationId xmlns:p14="http://schemas.microsoft.com/office/powerpoint/2010/main" val="304216889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60"/>
        <p:cNvGrpSpPr/>
        <p:nvPr/>
      </p:nvGrpSpPr>
      <p:grpSpPr>
        <a:xfrm>
          <a:off x="0" y="0"/>
          <a:ext cx="0" cy="0"/>
          <a:chOff x="0" y="0"/>
          <a:chExt cx="0" cy="0"/>
        </a:xfrm>
      </p:grpSpPr>
      <p:sp>
        <p:nvSpPr>
          <p:cNvPr id="61" name="Google Shape;61;g5fab984687_2_0"/>
          <p:cNvSpPr txBox="1">
            <a:spLocks noGrp="1"/>
          </p:cNvSpPr>
          <p:nvPr>
            <p:ph type="title" idx="4294967295"/>
          </p:nvPr>
        </p:nvSpPr>
        <p:spPr>
          <a:xfrm>
            <a:off x="131032" y="682130"/>
            <a:ext cx="2936082" cy="322263"/>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2800"/>
              <a:buNone/>
            </a:pPr>
            <a:r>
              <a:rPr lang="en-IN" sz="1600" b="1">
                <a:solidFill>
                  <a:srgbClr val="213163"/>
                </a:solidFill>
              </a:rPr>
              <a:t>Problem Statement</a:t>
            </a:r>
            <a:endParaRPr lang="en-IN" sz="1600"/>
          </a:p>
        </p:txBody>
      </p:sp>
      <p:cxnSp>
        <p:nvCxnSpPr>
          <p:cNvPr id="2" name="Straight Connector 1">
            <a:extLst>
              <a:ext uri="{FF2B5EF4-FFF2-40B4-BE49-F238E27FC236}">
                <a16:creationId xmlns:a16="http://schemas.microsoft.com/office/drawing/2014/main" id="{138979D7-DAF1-B9D0-4B15-5F44295BF71F}"/>
              </a:ext>
            </a:extLst>
          </p:cNvPr>
          <p:cNvCxnSpPr/>
          <p:nvPr/>
        </p:nvCxnSpPr>
        <p:spPr>
          <a:xfrm>
            <a:off x="0" y="4675910"/>
            <a:ext cx="9144000" cy="0"/>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3" name="Google Shape;61;g5fab984687_2_0">
            <a:extLst>
              <a:ext uri="{FF2B5EF4-FFF2-40B4-BE49-F238E27FC236}">
                <a16:creationId xmlns:a16="http://schemas.microsoft.com/office/drawing/2014/main" id="{771E5D94-0B0E-9E10-390E-F025663AAA0F}"/>
              </a:ext>
            </a:extLst>
          </p:cNvPr>
          <p:cNvSpPr txBox="1">
            <a:spLocks/>
          </p:cNvSpPr>
          <p:nvPr/>
        </p:nvSpPr>
        <p:spPr>
          <a:xfrm>
            <a:off x="138652" y="4713110"/>
            <a:ext cx="707168" cy="322263"/>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buSzPts val="2800"/>
            </a:pPr>
            <a:r>
              <a:rPr lang="en-IN" sz="1000">
                <a:solidFill>
                  <a:schemeClr val="tx1"/>
                </a:solidFill>
              </a:rPr>
              <a:t>Source :</a:t>
            </a:r>
          </a:p>
        </p:txBody>
      </p:sp>
      <p:sp>
        <p:nvSpPr>
          <p:cNvPr id="4" name="TextBox 3">
            <a:extLst>
              <a:ext uri="{FF2B5EF4-FFF2-40B4-BE49-F238E27FC236}">
                <a16:creationId xmlns:a16="http://schemas.microsoft.com/office/drawing/2014/main" id="{708E7CC3-9CD1-C9EE-989B-D323187A7B6A}"/>
              </a:ext>
            </a:extLst>
          </p:cNvPr>
          <p:cNvSpPr txBox="1"/>
          <p:nvPr/>
        </p:nvSpPr>
        <p:spPr>
          <a:xfrm>
            <a:off x="1029547" y="1228123"/>
            <a:ext cx="6536266" cy="1169551"/>
          </a:xfrm>
          <a:prstGeom prst="rect">
            <a:avLst/>
          </a:prstGeom>
          <a:noFill/>
        </p:spPr>
        <p:txBody>
          <a:bodyPr wrap="square" rtlCol="0">
            <a:spAutoFit/>
          </a:bodyPr>
          <a:lstStyle/>
          <a:p>
            <a:r>
              <a:rPr lang="en-IN">
                <a:solidFill>
                  <a:schemeClr val="tx1"/>
                </a:solidFill>
              </a:rPr>
              <a:t>     Develop a web – based application for a car rental company that allows users to rent cars for various durations. The system should provide functionality for both customers and administrators . Describe the problem your application aim to solve . For example , inefficient car rental processes , lack of online booking options </a:t>
            </a:r>
            <a:r>
              <a:rPr lang="en-IN" sz="1000">
                <a:solidFill>
                  <a:schemeClr val="tx1"/>
                </a:solidFill>
              </a:rPr>
              <a:t>.</a:t>
            </a:r>
          </a:p>
        </p:txBody>
      </p:sp>
    </p:spTree>
    <p:extLst>
      <p:ext uri="{BB962C8B-B14F-4D97-AF65-F5344CB8AC3E}">
        <p14:creationId xmlns:p14="http://schemas.microsoft.com/office/powerpoint/2010/main" val="54568840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60"/>
        <p:cNvGrpSpPr/>
        <p:nvPr/>
      </p:nvGrpSpPr>
      <p:grpSpPr>
        <a:xfrm>
          <a:off x="0" y="0"/>
          <a:ext cx="0" cy="0"/>
          <a:chOff x="0" y="0"/>
          <a:chExt cx="0" cy="0"/>
        </a:xfrm>
      </p:grpSpPr>
      <p:sp>
        <p:nvSpPr>
          <p:cNvPr id="61" name="Google Shape;61;g5fab984687_2_0"/>
          <p:cNvSpPr txBox="1">
            <a:spLocks noGrp="1"/>
          </p:cNvSpPr>
          <p:nvPr>
            <p:ph type="title" idx="4294967295"/>
          </p:nvPr>
        </p:nvSpPr>
        <p:spPr>
          <a:xfrm>
            <a:off x="131032" y="682130"/>
            <a:ext cx="2936082" cy="322263"/>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2800"/>
              <a:buNone/>
            </a:pPr>
            <a:r>
              <a:rPr lang="en-IN" sz="1600" b="1">
                <a:solidFill>
                  <a:srgbClr val="213163"/>
                </a:solidFill>
              </a:rPr>
              <a:t>Project Overview</a:t>
            </a:r>
            <a:endParaRPr lang="en-IN" sz="1600"/>
          </a:p>
        </p:txBody>
      </p:sp>
      <p:cxnSp>
        <p:nvCxnSpPr>
          <p:cNvPr id="2" name="Straight Connector 1">
            <a:extLst>
              <a:ext uri="{FF2B5EF4-FFF2-40B4-BE49-F238E27FC236}">
                <a16:creationId xmlns:a16="http://schemas.microsoft.com/office/drawing/2014/main" id="{FCF58A7F-2C96-B07D-0B21-410816696D2B}"/>
              </a:ext>
            </a:extLst>
          </p:cNvPr>
          <p:cNvCxnSpPr/>
          <p:nvPr/>
        </p:nvCxnSpPr>
        <p:spPr>
          <a:xfrm>
            <a:off x="0" y="4675910"/>
            <a:ext cx="9144000" cy="0"/>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3" name="Google Shape;61;g5fab984687_2_0">
            <a:extLst>
              <a:ext uri="{FF2B5EF4-FFF2-40B4-BE49-F238E27FC236}">
                <a16:creationId xmlns:a16="http://schemas.microsoft.com/office/drawing/2014/main" id="{0139171D-3AD9-6A2C-2865-384C0BE5CD2F}"/>
              </a:ext>
            </a:extLst>
          </p:cNvPr>
          <p:cNvSpPr txBox="1">
            <a:spLocks/>
          </p:cNvSpPr>
          <p:nvPr/>
        </p:nvSpPr>
        <p:spPr>
          <a:xfrm>
            <a:off x="138652" y="4713110"/>
            <a:ext cx="707168" cy="322263"/>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buSzPts val="2800"/>
            </a:pPr>
            <a:r>
              <a:rPr lang="en-IN" sz="1000">
                <a:solidFill>
                  <a:schemeClr val="tx1"/>
                </a:solidFill>
              </a:rPr>
              <a:t>Source :</a:t>
            </a:r>
          </a:p>
        </p:txBody>
      </p:sp>
      <p:sp>
        <p:nvSpPr>
          <p:cNvPr id="4" name="TextBox 3">
            <a:extLst>
              <a:ext uri="{FF2B5EF4-FFF2-40B4-BE49-F238E27FC236}">
                <a16:creationId xmlns:a16="http://schemas.microsoft.com/office/drawing/2014/main" id="{D7F062B0-B426-AADB-8A60-142743285BBA}"/>
              </a:ext>
            </a:extLst>
          </p:cNvPr>
          <p:cNvSpPr txBox="1"/>
          <p:nvPr/>
        </p:nvSpPr>
        <p:spPr>
          <a:xfrm>
            <a:off x="915092" y="1268304"/>
            <a:ext cx="8094133" cy="2985433"/>
          </a:xfrm>
          <a:prstGeom prst="rect">
            <a:avLst/>
          </a:prstGeom>
          <a:noFill/>
        </p:spPr>
        <p:txBody>
          <a:bodyPr wrap="square" rtlCol="0">
            <a:spAutoFit/>
          </a:bodyPr>
          <a:lstStyle/>
          <a:p>
            <a:r>
              <a:rPr lang="en-IN">
                <a:solidFill>
                  <a:srgbClr val="0000FF"/>
                </a:solidFill>
              </a:rPr>
              <a:t>. User Authentication:</a:t>
            </a:r>
            <a:endParaRPr lang="en-IN"/>
          </a:p>
          <a:p>
            <a:r>
              <a:rPr lang="en-IN"/>
              <a:t>     Secure login for customers and  administrators.</a:t>
            </a:r>
          </a:p>
          <a:p>
            <a:r>
              <a:rPr lang="en-IN">
                <a:solidFill>
                  <a:srgbClr val="0000FF"/>
                </a:solidFill>
              </a:rPr>
              <a:t>. Car Inventory:</a:t>
            </a:r>
          </a:p>
          <a:p>
            <a:r>
              <a:rPr lang="en-IN"/>
              <a:t>     Manage car details and availability.</a:t>
            </a:r>
          </a:p>
          <a:p>
            <a:r>
              <a:rPr lang="en-IN">
                <a:solidFill>
                  <a:srgbClr val="0000FF"/>
                </a:solidFill>
              </a:rPr>
              <a:t>. Browsing:</a:t>
            </a:r>
          </a:p>
          <a:p>
            <a:r>
              <a:rPr lang="en-IN"/>
              <a:t>     User-friendly interface for browsing available cars.</a:t>
            </a:r>
          </a:p>
          <a:p>
            <a:r>
              <a:rPr lang="en-IN">
                <a:solidFill>
                  <a:srgbClr val="0000FF"/>
                </a:solidFill>
              </a:rPr>
              <a:t>. Reservations:</a:t>
            </a:r>
          </a:p>
          <a:p>
            <a:r>
              <a:rPr lang="en-IN"/>
              <a:t>      Allow customers to reserve cars for specific dates.</a:t>
            </a:r>
          </a:p>
          <a:p>
            <a:r>
              <a:rPr lang="en-IN">
                <a:solidFill>
                  <a:srgbClr val="0000FF"/>
                </a:solidFill>
              </a:rPr>
              <a:t>. Booking Management:</a:t>
            </a:r>
          </a:p>
          <a:p>
            <a:r>
              <a:rPr lang="en-IN"/>
              <a:t>       Admin interface to manage bookings efficiently.</a:t>
            </a:r>
          </a:p>
          <a:p>
            <a:r>
              <a:rPr lang="en-IN">
                <a:solidFill>
                  <a:srgbClr val="0000FF"/>
                </a:solidFill>
              </a:rPr>
              <a:t>. User Dashboard:</a:t>
            </a:r>
          </a:p>
          <a:p>
            <a:r>
              <a:rPr lang="en-IN"/>
              <a:t>        Personalized dashboards for users to manage activities.</a:t>
            </a:r>
          </a:p>
          <a:p>
            <a:endParaRPr lang="en-IN" sz="1000"/>
          </a:p>
          <a:p>
            <a:r>
              <a:rPr lang="en-IN" sz="1000"/>
              <a:t>       </a:t>
            </a:r>
          </a:p>
        </p:txBody>
      </p:sp>
    </p:spTree>
    <p:extLst>
      <p:ext uri="{BB962C8B-B14F-4D97-AF65-F5344CB8AC3E}">
        <p14:creationId xmlns:p14="http://schemas.microsoft.com/office/powerpoint/2010/main" val="128463376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60"/>
        <p:cNvGrpSpPr/>
        <p:nvPr/>
      </p:nvGrpSpPr>
      <p:grpSpPr>
        <a:xfrm>
          <a:off x="0" y="0"/>
          <a:ext cx="0" cy="0"/>
          <a:chOff x="0" y="0"/>
          <a:chExt cx="0" cy="0"/>
        </a:xfrm>
      </p:grpSpPr>
      <p:sp>
        <p:nvSpPr>
          <p:cNvPr id="61" name="Google Shape;61;g5fab984687_2_0"/>
          <p:cNvSpPr txBox="1">
            <a:spLocks noGrp="1"/>
          </p:cNvSpPr>
          <p:nvPr>
            <p:ph type="title" idx="4294967295"/>
          </p:nvPr>
        </p:nvSpPr>
        <p:spPr>
          <a:xfrm>
            <a:off x="131032" y="682130"/>
            <a:ext cx="2936082" cy="322263"/>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2800"/>
              <a:buNone/>
            </a:pPr>
            <a:r>
              <a:rPr lang="en-IN" sz="1600" b="1">
                <a:solidFill>
                  <a:srgbClr val="213163"/>
                </a:solidFill>
              </a:rPr>
              <a:t>Proposed Solution</a:t>
            </a:r>
            <a:endParaRPr lang="en-IN" sz="1600"/>
          </a:p>
        </p:txBody>
      </p:sp>
      <p:sp>
        <p:nvSpPr>
          <p:cNvPr id="11" name="TextBox 10">
            <a:extLst>
              <a:ext uri="{FF2B5EF4-FFF2-40B4-BE49-F238E27FC236}">
                <a16:creationId xmlns:a16="http://schemas.microsoft.com/office/drawing/2014/main" id="{B46B7C3C-D3E3-FF07-EEDD-95F0B593D118}"/>
              </a:ext>
            </a:extLst>
          </p:cNvPr>
          <p:cNvSpPr txBox="1"/>
          <p:nvPr/>
        </p:nvSpPr>
        <p:spPr>
          <a:xfrm>
            <a:off x="1036551" y="1004393"/>
            <a:ext cx="6530340" cy="3285323"/>
          </a:xfrm>
          <a:prstGeom prst="rect">
            <a:avLst/>
          </a:prstGeom>
          <a:noFill/>
        </p:spPr>
        <p:txBody>
          <a:bodyPr wrap="square">
            <a:spAutoFit/>
          </a:bodyPr>
          <a:lstStyle/>
          <a:p>
            <a:pPr algn="l">
              <a:lnSpc>
                <a:spcPct val="150000"/>
              </a:lnSpc>
            </a:pPr>
            <a:r>
              <a:rPr lang="en-US">
                <a:solidFill>
                  <a:srgbClr val="0000FF"/>
                </a:solidFill>
                <a:latin typeface="+mj-lt"/>
                <a:cs typeface="Times New Roman" panose="02020603050405020304" pitchFamily="18" charset="0"/>
              </a:rPr>
              <a:t>1. User Authentication:</a:t>
            </a:r>
          </a:p>
          <a:p>
            <a:pPr algn="l">
              <a:lnSpc>
                <a:spcPct val="150000"/>
              </a:lnSpc>
            </a:pPr>
            <a:r>
              <a:rPr lang="en-US" b="0" i="0">
                <a:solidFill>
                  <a:srgbClr val="374151"/>
                </a:solidFill>
                <a:effectLst/>
                <a:latin typeface="+mj-lt"/>
                <a:cs typeface="Times New Roman" panose="02020603050405020304" pitchFamily="18" charset="0"/>
              </a:rPr>
              <a:t>            Implement user registration , login , and logout functionalities using Django’s built-in authentication system.</a:t>
            </a:r>
          </a:p>
          <a:p>
            <a:pPr algn="l">
              <a:lnSpc>
                <a:spcPct val="150000"/>
              </a:lnSpc>
            </a:pPr>
            <a:r>
              <a:rPr lang="en-US" b="0" i="0">
                <a:solidFill>
                  <a:srgbClr val="374151"/>
                </a:solidFill>
                <a:effectLst/>
                <a:latin typeface="+mj-lt"/>
                <a:cs typeface="Times New Roman" panose="02020603050405020304" pitchFamily="18" charset="0"/>
              </a:rPr>
              <a:t>                 Ensure secure password storage and  password reset functionality,</a:t>
            </a:r>
          </a:p>
          <a:p>
            <a:pPr algn="l">
              <a:lnSpc>
                <a:spcPct val="150000"/>
              </a:lnSpc>
            </a:pPr>
            <a:r>
              <a:rPr lang="en-US">
                <a:solidFill>
                  <a:srgbClr val="0000FF"/>
                </a:solidFill>
                <a:latin typeface="+mj-lt"/>
                <a:cs typeface="Times New Roman" panose="02020603050405020304" pitchFamily="18" charset="0"/>
              </a:rPr>
              <a:t>2. Booking System:</a:t>
            </a:r>
          </a:p>
          <a:p>
            <a:pPr algn="l">
              <a:lnSpc>
                <a:spcPct val="150000"/>
              </a:lnSpc>
            </a:pPr>
            <a:r>
              <a:rPr lang="en-US" b="0" i="0">
                <a:solidFill>
                  <a:srgbClr val="374151"/>
                </a:solidFill>
                <a:effectLst/>
                <a:latin typeface="+mj-lt"/>
                <a:cs typeface="Times New Roman" panose="02020603050405020304" pitchFamily="18" charset="0"/>
              </a:rPr>
              <a:t>                  Design a booking system where users can select available cars for specific dates </a:t>
            </a:r>
            <a:r>
              <a:rPr lang="en-US">
                <a:solidFill>
                  <a:srgbClr val="374151"/>
                </a:solidFill>
                <a:latin typeface="+mj-lt"/>
                <a:cs typeface="Times New Roman" panose="02020603050405020304" pitchFamily="18" charset="0"/>
              </a:rPr>
              <a:t>.</a:t>
            </a:r>
          </a:p>
          <a:p>
            <a:pPr algn="l">
              <a:lnSpc>
                <a:spcPct val="150000"/>
              </a:lnSpc>
            </a:pPr>
            <a:r>
              <a:rPr lang="en-US" b="0" i="0">
                <a:solidFill>
                  <a:srgbClr val="0000FF"/>
                </a:solidFill>
                <a:effectLst/>
                <a:latin typeface="+mj-lt"/>
                <a:cs typeface="Times New Roman" panose="02020603050405020304" pitchFamily="18" charset="0"/>
              </a:rPr>
              <a:t>3. Search and </a:t>
            </a:r>
            <a:r>
              <a:rPr lang="en-US">
                <a:solidFill>
                  <a:srgbClr val="0000FF"/>
                </a:solidFill>
                <a:latin typeface="+mj-lt"/>
                <a:cs typeface="Times New Roman" panose="02020603050405020304" pitchFamily="18" charset="0"/>
              </a:rPr>
              <a:t>Filter:</a:t>
            </a:r>
            <a:endParaRPr lang="en-US">
              <a:solidFill>
                <a:srgbClr val="374151"/>
              </a:solidFill>
              <a:latin typeface="+mj-lt"/>
              <a:cs typeface="Times New Roman" panose="02020603050405020304" pitchFamily="18" charset="0"/>
            </a:endParaRPr>
          </a:p>
          <a:p>
            <a:pPr algn="l">
              <a:lnSpc>
                <a:spcPct val="150000"/>
              </a:lnSpc>
            </a:pPr>
            <a:r>
              <a:rPr lang="en-US" b="0" i="0">
                <a:solidFill>
                  <a:srgbClr val="374151"/>
                </a:solidFill>
                <a:effectLst/>
                <a:latin typeface="+mj-lt"/>
                <a:cs typeface="Times New Roman" panose="02020603050405020304" pitchFamily="18" charset="0"/>
              </a:rPr>
              <a:t>                   </a:t>
            </a:r>
            <a:r>
              <a:rPr lang="en-US">
                <a:solidFill>
                  <a:srgbClr val="374151"/>
                </a:solidFill>
                <a:latin typeface="+mj-lt"/>
                <a:cs typeface="Times New Roman" panose="02020603050405020304" pitchFamily="18" charset="0"/>
              </a:rPr>
              <a:t>Implement search functionality to allow users to search for cars based on various criteria such as location etc.</a:t>
            </a:r>
          </a:p>
        </p:txBody>
      </p:sp>
      <p:cxnSp>
        <p:nvCxnSpPr>
          <p:cNvPr id="2" name="Straight Connector 1">
            <a:extLst>
              <a:ext uri="{FF2B5EF4-FFF2-40B4-BE49-F238E27FC236}">
                <a16:creationId xmlns:a16="http://schemas.microsoft.com/office/drawing/2014/main" id="{70E84B3E-4CED-7709-C0ED-61714423E40C}"/>
              </a:ext>
            </a:extLst>
          </p:cNvPr>
          <p:cNvCxnSpPr/>
          <p:nvPr/>
        </p:nvCxnSpPr>
        <p:spPr>
          <a:xfrm>
            <a:off x="0" y="4675910"/>
            <a:ext cx="9144000" cy="0"/>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3" name="Google Shape;61;g5fab984687_2_0">
            <a:extLst>
              <a:ext uri="{FF2B5EF4-FFF2-40B4-BE49-F238E27FC236}">
                <a16:creationId xmlns:a16="http://schemas.microsoft.com/office/drawing/2014/main" id="{D3393E03-7263-ADFB-23AD-8505198A845E}"/>
              </a:ext>
            </a:extLst>
          </p:cNvPr>
          <p:cNvSpPr txBox="1">
            <a:spLocks/>
          </p:cNvSpPr>
          <p:nvPr/>
        </p:nvSpPr>
        <p:spPr>
          <a:xfrm>
            <a:off x="138652" y="4713110"/>
            <a:ext cx="707168" cy="322263"/>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buSzPts val="2800"/>
            </a:pPr>
            <a:r>
              <a:rPr lang="en-IN" sz="1000">
                <a:solidFill>
                  <a:schemeClr val="tx1"/>
                </a:solidFill>
              </a:rPr>
              <a:t>Source :</a:t>
            </a:r>
          </a:p>
        </p:txBody>
      </p:sp>
    </p:spTree>
    <p:extLst>
      <p:ext uri="{BB962C8B-B14F-4D97-AF65-F5344CB8AC3E}">
        <p14:creationId xmlns:p14="http://schemas.microsoft.com/office/powerpoint/2010/main" val="105391358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90AB2285-16B6-67AB-39F2-7E03D6821A2A}"/>
              </a:ext>
            </a:extLst>
          </p:cNvPr>
          <p:cNvSpPr txBox="1"/>
          <p:nvPr/>
        </p:nvSpPr>
        <p:spPr>
          <a:xfrm>
            <a:off x="270271" y="545409"/>
            <a:ext cx="7933267" cy="4901150"/>
          </a:xfrm>
          <a:prstGeom prst="rect">
            <a:avLst/>
          </a:prstGeom>
          <a:noFill/>
        </p:spPr>
        <p:txBody>
          <a:bodyPr wrap="square">
            <a:spAutoFit/>
          </a:bodyPr>
          <a:lstStyle/>
          <a:p>
            <a:pPr marL="457200" lvl="1" algn="l">
              <a:lnSpc>
                <a:spcPct val="150000"/>
              </a:lnSpc>
            </a:pPr>
            <a:r>
              <a:rPr lang="en-US" b="0" i="0">
                <a:solidFill>
                  <a:srgbClr val="0000FF"/>
                </a:solidFill>
                <a:effectLst/>
                <a:latin typeface="+mj-lt"/>
                <a:cs typeface="Times New Roman" panose="02020603050405020304" pitchFamily="18" charset="0"/>
              </a:rPr>
              <a:t>4. Car Management:</a:t>
            </a:r>
          </a:p>
          <a:p>
            <a:pPr marL="457200" lvl="1" algn="l">
              <a:lnSpc>
                <a:spcPct val="150000"/>
              </a:lnSpc>
            </a:pPr>
            <a:r>
              <a:rPr lang="en-US">
                <a:solidFill>
                  <a:schemeClr val="tx1"/>
                </a:solidFill>
                <a:latin typeface="+mj-lt"/>
                <a:cs typeface="Times New Roman" panose="02020603050405020304" pitchFamily="18" charset="0"/>
              </a:rPr>
              <a:t>             Create  models to represent car listings with attributes such as make , model , year ,     price ,    availability status , and images.</a:t>
            </a:r>
          </a:p>
          <a:p>
            <a:pPr marL="457200" lvl="1" algn="l">
              <a:lnSpc>
                <a:spcPct val="150000"/>
              </a:lnSpc>
            </a:pPr>
            <a:r>
              <a:rPr lang="en-US">
                <a:solidFill>
                  <a:schemeClr val="tx1"/>
                </a:solidFill>
                <a:latin typeface="+mj-lt"/>
                <a:cs typeface="Times New Roman" panose="02020603050405020304" pitchFamily="18" charset="0"/>
              </a:rPr>
              <a:t>               Develop CRUD(Create , Read , Update , Delete)functionality to allow administrators to manage car listings through an admin panel.</a:t>
            </a:r>
          </a:p>
          <a:p>
            <a:pPr marL="457200" lvl="1" algn="l">
              <a:lnSpc>
                <a:spcPct val="150000"/>
              </a:lnSpc>
            </a:pPr>
            <a:r>
              <a:rPr lang="en-US">
                <a:solidFill>
                  <a:srgbClr val="0000FF"/>
                </a:solidFill>
                <a:latin typeface="+mj-lt"/>
                <a:cs typeface="Times New Roman" panose="02020603050405020304" pitchFamily="18" charset="0"/>
              </a:rPr>
              <a:t>5. Payment Integration:</a:t>
            </a:r>
          </a:p>
          <a:p>
            <a:pPr marL="457200" lvl="1" algn="l">
              <a:lnSpc>
                <a:spcPct val="150000"/>
              </a:lnSpc>
            </a:pPr>
            <a:r>
              <a:rPr lang="en-US">
                <a:solidFill>
                  <a:schemeClr val="tx1"/>
                </a:solidFill>
                <a:latin typeface="+mj-lt"/>
                <a:cs typeface="Times New Roman" panose="02020603050405020304" pitchFamily="18" charset="0"/>
              </a:rPr>
              <a:t>               Integrate a payment gateway to facilitate secure online transactions for booking    </a:t>
            </a:r>
            <a:r>
              <a:rPr lang="en-IN">
                <a:solidFill>
                  <a:schemeClr val="tx1"/>
                </a:solidFill>
                <a:latin typeface="+mj-lt"/>
                <a:cs typeface="Times New Roman" panose="02020603050405020304" pitchFamily="18" charset="0"/>
              </a:rPr>
              <a:t>fees</a:t>
            </a:r>
            <a:endParaRPr lang="en-US">
              <a:solidFill>
                <a:schemeClr val="tx1"/>
              </a:solidFill>
              <a:latin typeface="+mj-lt"/>
              <a:cs typeface="Times New Roman" panose="02020603050405020304" pitchFamily="18" charset="0"/>
            </a:endParaRPr>
          </a:p>
          <a:p>
            <a:pPr marL="457200" lvl="1" algn="l">
              <a:lnSpc>
                <a:spcPct val="150000"/>
              </a:lnSpc>
            </a:pPr>
            <a:r>
              <a:rPr lang="en-US">
                <a:solidFill>
                  <a:schemeClr val="tx1"/>
                </a:solidFill>
                <a:latin typeface="+mj-lt"/>
                <a:cs typeface="Times New Roman" panose="02020603050405020304" pitchFamily="18" charset="0"/>
              </a:rPr>
              <a:t>               Implement a checkout process with error handling and confirmation messages.</a:t>
            </a:r>
          </a:p>
          <a:p>
            <a:pPr marL="457200" lvl="1" algn="l">
              <a:lnSpc>
                <a:spcPct val="150000"/>
              </a:lnSpc>
            </a:pPr>
            <a:r>
              <a:rPr lang="en-US">
                <a:solidFill>
                  <a:srgbClr val="0000FF"/>
                </a:solidFill>
                <a:latin typeface="+mj-lt"/>
                <a:cs typeface="Times New Roman" panose="02020603050405020304" pitchFamily="18" charset="0"/>
              </a:rPr>
              <a:t>6. Notifications:</a:t>
            </a:r>
          </a:p>
          <a:p>
            <a:pPr marL="457200" lvl="1" algn="l">
              <a:lnSpc>
                <a:spcPct val="150000"/>
              </a:lnSpc>
            </a:pPr>
            <a:r>
              <a:rPr lang="en-US">
                <a:solidFill>
                  <a:schemeClr val="tx1"/>
                </a:solidFill>
                <a:latin typeface="+mj-lt"/>
                <a:cs typeface="Times New Roman" panose="02020603050405020304" pitchFamily="18" charset="0"/>
              </a:rPr>
              <a:t>               Set up email notifications to send booking confirmations , reminders , and update to users.</a:t>
            </a:r>
          </a:p>
          <a:p>
            <a:pPr marL="457200" lvl="1" algn="l">
              <a:lnSpc>
                <a:spcPct val="150000"/>
              </a:lnSpc>
            </a:pPr>
            <a:r>
              <a:rPr lang="en-US">
                <a:solidFill>
                  <a:schemeClr val="tx1"/>
                </a:solidFill>
                <a:latin typeface="+mj-lt"/>
                <a:cs typeface="Times New Roman" panose="02020603050405020304" pitchFamily="18" charset="0"/>
              </a:rPr>
              <a:t>               </a:t>
            </a:r>
          </a:p>
          <a:p>
            <a:pPr marL="457200" lvl="1" algn="l">
              <a:lnSpc>
                <a:spcPct val="150000"/>
              </a:lnSpc>
            </a:pPr>
            <a:r>
              <a:rPr lang="en-US" b="0" i="0">
                <a:solidFill>
                  <a:schemeClr val="tx1"/>
                </a:solidFill>
                <a:effectLst/>
                <a:latin typeface="+mj-lt"/>
                <a:cs typeface="Times New Roman" panose="02020603050405020304" pitchFamily="18" charset="0"/>
              </a:rPr>
              <a:t>                          </a:t>
            </a:r>
          </a:p>
          <a:p>
            <a:pPr marL="742950" lvl="1" indent="-285750" algn="l">
              <a:lnSpc>
                <a:spcPct val="150000"/>
              </a:lnSpc>
              <a:buFont typeface="+mj-lt"/>
              <a:buAutoNum type="arabicPeriod"/>
            </a:pPr>
            <a:endParaRPr lang="en-US" b="0" i="0">
              <a:solidFill>
                <a:srgbClr val="374151"/>
              </a:solidFill>
              <a:effectLst/>
              <a:latin typeface="Times New Roman" panose="02020603050405020304" pitchFamily="18" charset="0"/>
              <a:cs typeface="Times New Roman" panose="02020603050405020304" pitchFamily="18" charset="0"/>
            </a:endParaRPr>
          </a:p>
        </p:txBody>
      </p:sp>
      <p:cxnSp>
        <p:nvCxnSpPr>
          <p:cNvPr id="2" name="Straight Connector 1">
            <a:extLst>
              <a:ext uri="{FF2B5EF4-FFF2-40B4-BE49-F238E27FC236}">
                <a16:creationId xmlns:a16="http://schemas.microsoft.com/office/drawing/2014/main" id="{A0896F70-0E57-B001-3C98-BB76EA937037}"/>
              </a:ext>
            </a:extLst>
          </p:cNvPr>
          <p:cNvCxnSpPr/>
          <p:nvPr/>
        </p:nvCxnSpPr>
        <p:spPr>
          <a:xfrm>
            <a:off x="0" y="4675910"/>
            <a:ext cx="9144000" cy="0"/>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4" name="Google Shape;61;g5fab984687_2_0">
            <a:extLst>
              <a:ext uri="{FF2B5EF4-FFF2-40B4-BE49-F238E27FC236}">
                <a16:creationId xmlns:a16="http://schemas.microsoft.com/office/drawing/2014/main" id="{FB315134-FD10-6E28-FDC9-29E7F29C2454}"/>
              </a:ext>
            </a:extLst>
          </p:cNvPr>
          <p:cNvSpPr txBox="1">
            <a:spLocks/>
          </p:cNvSpPr>
          <p:nvPr/>
        </p:nvSpPr>
        <p:spPr>
          <a:xfrm>
            <a:off x="138652" y="4713110"/>
            <a:ext cx="707168" cy="322263"/>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buSzPts val="2800"/>
            </a:pPr>
            <a:r>
              <a:rPr lang="en-IN" sz="1000">
                <a:solidFill>
                  <a:schemeClr val="tx1"/>
                </a:solidFill>
              </a:rPr>
              <a:t>Source :</a:t>
            </a:r>
          </a:p>
        </p:txBody>
      </p:sp>
    </p:spTree>
    <p:extLst>
      <p:ext uri="{BB962C8B-B14F-4D97-AF65-F5344CB8AC3E}">
        <p14:creationId xmlns:p14="http://schemas.microsoft.com/office/powerpoint/2010/main" val="48748194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90AB2285-16B6-67AB-39F2-7E03D6821A2A}"/>
              </a:ext>
            </a:extLst>
          </p:cNvPr>
          <p:cNvSpPr txBox="1"/>
          <p:nvPr/>
        </p:nvSpPr>
        <p:spPr>
          <a:xfrm>
            <a:off x="728134" y="467589"/>
            <a:ext cx="8017933" cy="607667"/>
          </a:xfrm>
          <a:prstGeom prst="rect">
            <a:avLst/>
          </a:prstGeom>
          <a:noFill/>
        </p:spPr>
        <p:txBody>
          <a:bodyPr wrap="square">
            <a:spAutoFit/>
          </a:bodyPr>
          <a:lstStyle/>
          <a:p>
            <a:pPr marL="457200" lvl="1" algn="l">
              <a:lnSpc>
                <a:spcPct val="150000"/>
              </a:lnSpc>
            </a:pPr>
            <a:endParaRPr lang="en-US" sz="1000" b="0" i="0">
              <a:solidFill>
                <a:schemeClr val="tx1"/>
              </a:solidFill>
              <a:effectLst/>
              <a:latin typeface="Times New Roman" panose="02020603050405020304" pitchFamily="18" charset="0"/>
              <a:cs typeface="Times New Roman" panose="02020603050405020304" pitchFamily="18" charset="0"/>
            </a:endParaRPr>
          </a:p>
          <a:p>
            <a:pPr marL="742950" lvl="1" indent="-285750" algn="l">
              <a:lnSpc>
                <a:spcPct val="150000"/>
              </a:lnSpc>
              <a:buFont typeface="+mj-lt"/>
              <a:buAutoNum type="arabicPeriod"/>
            </a:pPr>
            <a:endParaRPr lang="en-US" b="0" i="0">
              <a:solidFill>
                <a:srgbClr val="374151"/>
              </a:solidFill>
              <a:effectLst/>
              <a:latin typeface="Times New Roman" panose="02020603050405020304" pitchFamily="18" charset="0"/>
              <a:cs typeface="Times New Roman" panose="02020603050405020304" pitchFamily="18" charset="0"/>
            </a:endParaRPr>
          </a:p>
        </p:txBody>
      </p:sp>
      <p:cxnSp>
        <p:nvCxnSpPr>
          <p:cNvPr id="2" name="Straight Connector 1">
            <a:extLst>
              <a:ext uri="{FF2B5EF4-FFF2-40B4-BE49-F238E27FC236}">
                <a16:creationId xmlns:a16="http://schemas.microsoft.com/office/drawing/2014/main" id="{425A5131-6F83-AD76-5E52-14CCB9D908F9}"/>
              </a:ext>
            </a:extLst>
          </p:cNvPr>
          <p:cNvCxnSpPr/>
          <p:nvPr/>
        </p:nvCxnSpPr>
        <p:spPr>
          <a:xfrm>
            <a:off x="0" y="4675910"/>
            <a:ext cx="9144000" cy="0"/>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4" name="Google Shape;61;g5fab984687_2_0">
            <a:extLst>
              <a:ext uri="{FF2B5EF4-FFF2-40B4-BE49-F238E27FC236}">
                <a16:creationId xmlns:a16="http://schemas.microsoft.com/office/drawing/2014/main" id="{9D85AD23-D3D0-C7F5-13BD-C3746B44AE9A}"/>
              </a:ext>
            </a:extLst>
          </p:cNvPr>
          <p:cNvSpPr txBox="1">
            <a:spLocks/>
          </p:cNvSpPr>
          <p:nvPr/>
        </p:nvSpPr>
        <p:spPr>
          <a:xfrm>
            <a:off x="138652" y="4713110"/>
            <a:ext cx="707168" cy="322263"/>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buSzPts val="2800"/>
            </a:pPr>
            <a:r>
              <a:rPr lang="en-IN" sz="1000">
                <a:solidFill>
                  <a:schemeClr val="tx1"/>
                </a:solidFill>
              </a:rPr>
              <a:t>Source :</a:t>
            </a:r>
          </a:p>
        </p:txBody>
      </p:sp>
      <p:sp>
        <p:nvSpPr>
          <p:cNvPr id="6" name="TextBox 5">
            <a:extLst>
              <a:ext uri="{FF2B5EF4-FFF2-40B4-BE49-F238E27FC236}">
                <a16:creationId xmlns:a16="http://schemas.microsoft.com/office/drawing/2014/main" id="{A63FE2B0-9A4C-9F3A-A04F-4A2A6B109EB0}"/>
              </a:ext>
            </a:extLst>
          </p:cNvPr>
          <p:cNvSpPr txBox="1"/>
          <p:nvPr/>
        </p:nvSpPr>
        <p:spPr>
          <a:xfrm>
            <a:off x="651163" y="713509"/>
            <a:ext cx="6240011" cy="3539430"/>
          </a:xfrm>
          <a:prstGeom prst="rect">
            <a:avLst/>
          </a:prstGeom>
          <a:noFill/>
        </p:spPr>
        <p:txBody>
          <a:bodyPr wrap="square" rtlCol="0">
            <a:spAutoFit/>
          </a:bodyPr>
          <a:lstStyle/>
          <a:p>
            <a:r>
              <a:rPr lang="en-IN">
                <a:solidFill>
                  <a:srgbClr val="0000FF"/>
                </a:solidFill>
              </a:rPr>
              <a:t>7. Responsive Design:</a:t>
            </a:r>
          </a:p>
          <a:p>
            <a:r>
              <a:rPr lang="en-IN"/>
              <a:t>             Develop a responsive user interface using HTML , CSS , and JavaScript frameworks like    </a:t>
            </a:r>
          </a:p>
          <a:p>
            <a:r>
              <a:rPr lang="en-IN"/>
              <a:t>             Bootstrap to ensure the application is accessible on various devices.</a:t>
            </a:r>
          </a:p>
          <a:p>
            <a:r>
              <a:rPr lang="en-IN">
                <a:solidFill>
                  <a:srgbClr val="0000FF"/>
                </a:solidFill>
              </a:rPr>
              <a:t>8. Security Measures:</a:t>
            </a:r>
          </a:p>
          <a:p>
            <a:r>
              <a:rPr lang="en-IN"/>
              <a:t>             Implement measures such as HTTPS , CSRF protection , and input validation protect against </a:t>
            </a:r>
          </a:p>
          <a:p>
            <a:r>
              <a:rPr lang="en-IN"/>
              <a:t>              common security vulnerabilities. </a:t>
            </a:r>
          </a:p>
          <a:p>
            <a:r>
              <a:rPr lang="en-IN">
                <a:solidFill>
                  <a:srgbClr val="0000FF"/>
                </a:solidFill>
              </a:rPr>
              <a:t>9. Testing and Quality Assurance:</a:t>
            </a:r>
          </a:p>
          <a:p>
            <a:r>
              <a:rPr lang="en-IN"/>
              <a:t>              Write unit tests and integration tests to ensure the reliability and functionality of the application.</a:t>
            </a:r>
          </a:p>
          <a:p>
            <a:r>
              <a:rPr lang="en-IN"/>
              <a:t>               Perform user acceptance testing to gather feedback and identify areas for improvement.</a:t>
            </a:r>
          </a:p>
          <a:p>
            <a:r>
              <a:rPr lang="en-IN">
                <a:solidFill>
                  <a:srgbClr val="0000FF"/>
                </a:solidFill>
              </a:rPr>
              <a:t>10. Deployment and Scalability:</a:t>
            </a:r>
          </a:p>
          <a:p>
            <a:r>
              <a:rPr lang="en-IN"/>
              <a:t>               Deploy the application to a reliable hosting platform with scalability options to accommodate  increasing user traffic.                            </a:t>
            </a:r>
          </a:p>
        </p:txBody>
      </p:sp>
    </p:spTree>
    <p:extLst>
      <p:ext uri="{BB962C8B-B14F-4D97-AF65-F5344CB8AC3E}">
        <p14:creationId xmlns:p14="http://schemas.microsoft.com/office/powerpoint/2010/main" val="383264529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60"/>
        <p:cNvGrpSpPr/>
        <p:nvPr/>
      </p:nvGrpSpPr>
      <p:grpSpPr>
        <a:xfrm>
          <a:off x="0" y="0"/>
          <a:ext cx="0" cy="0"/>
          <a:chOff x="0" y="0"/>
          <a:chExt cx="0" cy="0"/>
        </a:xfrm>
      </p:grpSpPr>
      <p:sp>
        <p:nvSpPr>
          <p:cNvPr id="61" name="Google Shape;61;g5fab984687_2_0"/>
          <p:cNvSpPr txBox="1">
            <a:spLocks noGrp="1"/>
          </p:cNvSpPr>
          <p:nvPr>
            <p:ph type="title" idx="4294967295"/>
          </p:nvPr>
        </p:nvSpPr>
        <p:spPr>
          <a:xfrm>
            <a:off x="131032" y="682130"/>
            <a:ext cx="2936082" cy="322263"/>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2800"/>
              <a:buNone/>
            </a:pPr>
            <a:r>
              <a:rPr lang="en-IN" sz="1600" b="1">
                <a:solidFill>
                  <a:srgbClr val="213163"/>
                </a:solidFill>
              </a:rPr>
              <a:t>Technology Used</a:t>
            </a:r>
            <a:endParaRPr lang="en-IN" sz="1600"/>
          </a:p>
        </p:txBody>
      </p:sp>
      <p:sp>
        <p:nvSpPr>
          <p:cNvPr id="2" name="Google Shape;62;g5fab984687_2_0">
            <a:extLst>
              <a:ext uri="{FF2B5EF4-FFF2-40B4-BE49-F238E27FC236}">
                <a16:creationId xmlns:a16="http://schemas.microsoft.com/office/drawing/2014/main" id="{07E1EAD1-F835-6956-77CD-17363121C17E}"/>
              </a:ext>
            </a:extLst>
          </p:cNvPr>
          <p:cNvSpPr txBox="1">
            <a:spLocks/>
          </p:cNvSpPr>
          <p:nvPr/>
        </p:nvSpPr>
        <p:spPr>
          <a:xfrm>
            <a:off x="128063" y="1059160"/>
            <a:ext cx="5314387" cy="3790000"/>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173355" indent="-173355">
              <a:spcBef>
                <a:spcPts val="200"/>
              </a:spcBef>
              <a:buClr>
                <a:srgbClr val="213163"/>
              </a:buClr>
              <a:buFont typeface="Arial" panose="020B0604020202020204" pitchFamily="34" charset="0"/>
              <a:buChar char="•"/>
            </a:pPr>
            <a:endParaRPr lang="en-US"/>
          </a:p>
          <a:p>
            <a:pPr marL="173355" indent="-173355">
              <a:spcBef>
                <a:spcPts val="200"/>
              </a:spcBef>
              <a:buClr>
                <a:srgbClr val="213163"/>
              </a:buClr>
              <a:buFont typeface="Arial" panose="020B0604020202020204" pitchFamily="34" charset="0"/>
              <a:buChar char="•"/>
            </a:pPr>
            <a:endParaRPr lang="en-US"/>
          </a:p>
          <a:p>
            <a:pPr marL="173355" indent="-173355">
              <a:spcBef>
                <a:spcPts val="200"/>
              </a:spcBef>
              <a:buClr>
                <a:srgbClr val="213163"/>
              </a:buClr>
              <a:buFont typeface="Arial" panose="020B0604020202020204" pitchFamily="34" charset="0"/>
              <a:buChar char="•"/>
            </a:pPr>
            <a:endParaRPr lang="en-US"/>
          </a:p>
        </p:txBody>
      </p:sp>
      <p:graphicFrame>
        <p:nvGraphicFramePr>
          <p:cNvPr id="5" name="Diagram 4">
            <a:extLst>
              <a:ext uri="{FF2B5EF4-FFF2-40B4-BE49-F238E27FC236}">
                <a16:creationId xmlns:a16="http://schemas.microsoft.com/office/drawing/2014/main" id="{6907D582-D8F7-CF69-ABAE-503F64E8F161}"/>
              </a:ext>
            </a:extLst>
          </p:cNvPr>
          <p:cNvGraphicFramePr/>
          <p:nvPr>
            <p:extLst>
              <p:ext uri="{D42A27DB-BD31-4B8C-83A1-F6EECF244321}">
                <p14:modId xmlns:p14="http://schemas.microsoft.com/office/powerpoint/2010/main" val="4022671124"/>
              </p:ext>
            </p:extLst>
          </p:nvPr>
        </p:nvGraphicFramePr>
        <p:xfrm>
          <a:off x="-84668" y="615950"/>
          <a:ext cx="8951601" cy="4064000"/>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pic>
        <p:nvPicPr>
          <p:cNvPr id="9" name="Picture 8">
            <a:extLst>
              <a:ext uri="{FF2B5EF4-FFF2-40B4-BE49-F238E27FC236}">
                <a16:creationId xmlns:a16="http://schemas.microsoft.com/office/drawing/2014/main" id="{DF48260F-742B-E32A-02FE-B142578BC1A4}"/>
              </a:ext>
            </a:extLst>
          </p:cNvPr>
          <p:cNvPicPr>
            <a:picLocks noChangeAspect="1"/>
          </p:cNvPicPr>
          <p:nvPr/>
        </p:nvPicPr>
        <p:blipFill>
          <a:blip r:embed="rId8"/>
          <a:stretch>
            <a:fillRect/>
          </a:stretch>
        </p:blipFill>
        <p:spPr>
          <a:xfrm>
            <a:off x="1021171" y="1723257"/>
            <a:ext cx="2956469" cy="2573047"/>
          </a:xfrm>
          <a:prstGeom prst="rect">
            <a:avLst/>
          </a:prstGeom>
        </p:spPr>
      </p:pic>
      <p:pic>
        <p:nvPicPr>
          <p:cNvPr id="11" name="Picture 10">
            <a:extLst>
              <a:ext uri="{FF2B5EF4-FFF2-40B4-BE49-F238E27FC236}">
                <a16:creationId xmlns:a16="http://schemas.microsoft.com/office/drawing/2014/main" id="{B089073F-18B7-3DD8-48EB-55DA0C87BA84}"/>
              </a:ext>
            </a:extLst>
          </p:cNvPr>
          <p:cNvPicPr>
            <a:picLocks noChangeAspect="1"/>
          </p:cNvPicPr>
          <p:nvPr/>
        </p:nvPicPr>
        <p:blipFill>
          <a:blip r:embed="rId9"/>
          <a:stretch>
            <a:fillRect/>
          </a:stretch>
        </p:blipFill>
        <p:spPr>
          <a:xfrm>
            <a:off x="4564380" y="1712692"/>
            <a:ext cx="4165599" cy="2090952"/>
          </a:xfrm>
          <a:prstGeom prst="rect">
            <a:avLst/>
          </a:prstGeom>
        </p:spPr>
      </p:pic>
      <p:sp>
        <p:nvSpPr>
          <p:cNvPr id="12" name="TextBox 11">
            <a:extLst>
              <a:ext uri="{FF2B5EF4-FFF2-40B4-BE49-F238E27FC236}">
                <a16:creationId xmlns:a16="http://schemas.microsoft.com/office/drawing/2014/main" id="{652B04F6-FDE4-25BD-3C19-D5DC09B99F1A}"/>
              </a:ext>
            </a:extLst>
          </p:cNvPr>
          <p:cNvSpPr txBox="1"/>
          <p:nvPr/>
        </p:nvSpPr>
        <p:spPr>
          <a:xfrm>
            <a:off x="1000361" y="1361511"/>
            <a:ext cx="3318484" cy="307777"/>
          </a:xfrm>
          <a:prstGeom prst="rect">
            <a:avLst/>
          </a:prstGeom>
          <a:noFill/>
        </p:spPr>
        <p:txBody>
          <a:bodyPr wrap="square" rtlCol="0">
            <a:spAutoFit/>
          </a:bodyPr>
          <a:lstStyle/>
          <a:p>
            <a:pPr algn="ctr"/>
            <a:r>
              <a:rPr lang="en-US"/>
              <a:t>Front-end</a:t>
            </a:r>
          </a:p>
        </p:txBody>
      </p:sp>
      <p:sp>
        <p:nvSpPr>
          <p:cNvPr id="13" name="TextBox 12">
            <a:extLst>
              <a:ext uri="{FF2B5EF4-FFF2-40B4-BE49-F238E27FC236}">
                <a16:creationId xmlns:a16="http://schemas.microsoft.com/office/drawing/2014/main" id="{02E6A23E-BD78-D77E-AD81-17D853BDDC74}"/>
              </a:ext>
            </a:extLst>
          </p:cNvPr>
          <p:cNvSpPr txBox="1"/>
          <p:nvPr/>
        </p:nvSpPr>
        <p:spPr>
          <a:xfrm>
            <a:off x="4865736" y="1287522"/>
            <a:ext cx="3580969" cy="307777"/>
          </a:xfrm>
          <a:prstGeom prst="rect">
            <a:avLst/>
          </a:prstGeom>
          <a:noFill/>
        </p:spPr>
        <p:txBody>
          <a:bodyPr wrap="square" rtlCol="0">
            <a:spAutoFit/>
          </a:bodyPr>
          <a:lstStyle/>
          <a:p>
            <a:pPr algn="ctr"/>
            <a:r>
              <a:rPr lang="en-US"/>
              <a:t>Back-end</a:t>
            </a:r>
          </a:p>
        </p:txBody>
      </p:sp>
      <p:cxnSp>
        <p:nvCxnSpPr>
          <p:cNvPr id="6" name="Straight Connector 5">
            <a:extLst>
              <a:ext uri="{FF2B5EF4-FFF2-40B4-BE49-F238E27FC236}">
                <a16:creationId xmlns:a16="http://schemas.microsoft.com/office/drawing/2014/main" id="{802A8F1A-67E8-0BA1-6B45-F06336896982}"/>
              </a:ext>
            </a:extLst>
          </p:cNvPr>
          <p:cNvCxnSpPr/>
          <p:nvPr/>
        </p:nvCxnSpPr>
        <p:spPr>
          <a:xfrm>
            <a:off x="0" y="4675910"/>
            <a:ext cx="9144000" cy="0"/>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7" name="Google Shape;61;g5fab984687_2_0">
            <a:extLst>
              <a:ext uri="{FF2B5EF4-FFF2-40B4-BE49-F238E27FC236}">
                <a16:creationId xmlns:a16="http://schemas.microsoft.com/office/drawing/2014/main" id="{3447FF72-B82E-F4FB-B8A0-D3532FD4F749}"/>
              </a:ext>
            </a:extLst>
          </p:cNvPr>
          <p:cNvSpPr txBox="1">
            <a:spLocks/>
          </p:cNvSpPr>
          <p:nvPr/>
        </p:nvSpPr>
        <p:spPr>
          <a:xfrm>
            <a:off x="138652" y="4713110"/>
            <a:ext cx="707168" cy="322263"/>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buSzPts val="2800"/>
            </a:pPr>
            <a:r>
              <a:rPr lang="en-IN" sz="1000">
                <a:solidFill>
                  <a:schemeClr val="tx1"/>
                </a:solidFill>
              </a:rPr>
              <a:t>Source :</a:t>
            </a:r>
          </a:p>
        </p:txBody>
      </p:sp>
    </p:spTree>
    <p:extLst>
      <p:ext uri="{BB962C8B-B14F-4D97-AF65-F5344CB8AC3E}">
        <p14:creationId xmlns:p14="http://schemas.microsoft.com/office/powerpoint/2010/main" val="108324563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60"/>
        <p:cNvGrpSpPr/>
        <p:nvPr/>
      </p:nvGrpSpPr>
      <p:grpSpPr>
        <a:xfrm>
          <a:off x="0" y="0"/>
          <a:ext cx="0" cy="0"/>
          <a:chOff x="0" y="0"/>
          <a:chExt cx="0" cy="0"/>
        </a:xfrm>
      </p:grpSpPr>
      <p:sp>
        <p:nvSpPr>
          <p:cNvPr id="61" name="Google Shape;61;g5fab984687_2_0"/>
          <p:cNvSpPr txBox="1">
            <a:spLocks noGrp="1"/>
          </p:cNvSpPr>
          <p:nvPr>
            <p:ph type="title" idx="4294967295"/>
          </p:nvPr>
        </p:nvSpPr>
        <p:spPr>
          <a:xfrm>
            <a:off x="131032" y="682130"/>
            <a:ext cx="2936082" cy="322263"/>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2800"/>
              <a:buNone/>
            </a:pPr>
            <a:r>
              <a:rPr lang="en-IN" sz="1600" b="1">
                <a:solidFill>
                  <a:srgbClr val="213163"/>
                </a:solidFill>
              </a:rPr>
              <a:t>Modelling &amp; Results</a:t>
            </a:r>
            <a:endParaRPr lang="en-IN" sz="1600"/>
          </a:p>
        </p:txBody>
      </p:sp>
      <p:cxnSp>
        <p:nvCxnSpPr>
          <p:cNvPr id="2" name="Straight Connector 1">
            <a:extLst>
              <a:ext uri="{FF2B5EF4-FFF2-40B4-BE49-F238E27FC236}">
                <a16:creationId xmlns:a16="http://schemas.microsoft.com/office/drawing/2014/main" id="{27916C04-0C07-63EC-B0DB-AEEB706ED276}"/>
              </a:ext>
            </a:extLst>
          </p:cNvPr>
          <p:cNvCxnSpPr/>
          <p:nvPr/>
        </p:nvCxnSpPr>
        <p:spPr>
          <a:xfrm>
            <a:off x="0" y="4675910"/>
            <a:ext cx="9144000" cy="0"/>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5" name="Google Shape;61;g5fab984687_2_0">
            <a:extLst>
              <a:ext uri="{FF2B5EF4-FFF2-40B4-BE49-F238E27FC236}">
                <a16:creationId xmlns:a16="http://schemas.microsoft.com/office/drawing/2014/main" id="{D2FA24E3-5201-10AD-6410-56F7C8331C21}"/>
              </a:ext>
            </a:extLst>
          </p:cNvPr>
          <p:cNvSpPr txBox="1">
            <a:spLocks/>
          </p:cNvSpPr>
          <p:nvPr/>
        </p:nvSpPr>
        <p:spPr>
          <a:xfrm>
            <a:off x="138652" y="4713110"/>
            <a:ext cx="707168" cy="322263"/>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buSzPts val="2800"/>
            </a:pPr>
            <a:r>
              <a:rPr lang="en-IN" sz="1000">
                <a:solidFill>
                  <a:schemeClr val="tx1"/>
                </a:solidFill>
              </a:rPr>
              <a:t>Source :</a:t>
            </a:r>
          </a:p>
        </p:txBody>
      </p:sp>
      <p:sp>
        <p:nvSpPr>
          <p:cNvPr id="4" name="TextBox 3">
            <a:extLst>
              <a:ext uri="{FF2B5EF4-FFF2-40B4-BE49-F238E27FC236}">
                <a16:creationId xmlns:a16="http://schemas.microsoft.com/office/drawing/2014/main" id="{24992230-E912-E887-A2C1-2A58FC4D4C94}"/>
              </a:ext>
            </a:extLst>
          </p:cNvPr>
          <p:cNvSpPr txBox="1"/>
          <p:nvPr/>
        </p:nvSpPr>
        <p:spPr>
          <a:xfrm>
            <a:off x="845820" y="1375961"/>
            <a:ext cx="6234546" cy="1169551"/>
          </a:xfrm>
          <a:prstGeom prst="rect">
            <a:avLst/>
          </a:prstGeom>
          <a:noFill/>
        </p:spPr>
        <p:txBody>
          <a:bodyPr wrap="square" rtlCol="0">
            <a:spAutoFit/>
          </a:bodyPr>
          <a:lstStyle/>
          <a:p>
            <a:r>
              <a:rPr lang="en-US">
                <a:solidFill>
                  <a:srgbClr val="0000FF"/>
                </a:solidFill>
              </a:rPr>
              <a:t>User Authentication:</a:t>
            </a:r>
            <a:r>
              <a:rPr lang="en-US"/>
              <a:t> Utilize Django's authentication system for secure user              </a:t>
            </a:r>
          </a:p>
          <a:p>
            <a:r>
              <a:rPr lang="en-US"/>
              <a:t>                                  login.</a:t>
            </a:r>
          </a:p>
          <a:p>
            <a:r>
              <a:rPr lang="en-US">
                <a:solidFill>
                  <a:srgbClr val="0000FF"/>
                </a:solidFill>
              </a:rPr>
              <a:t>Car Inventory: </a:t>
            </a:r>
            <a:r>
              <a:rPr lang="en-US"/>
              <a:t>Implement database model for car details including </a:t>
            </a:r>
          </a:p>
          <a:p>
            <a:r>
              <a:rPr lang="en-US"/>
              <a:t>                        availability.</a:t>
            </a:r>
          </a:p>
          <a:p>
            <a:endParaRPr lang="en-IN"/>
          </a:p>
        </p:txBody>
      </p:sp>
      <p:sp>
        <p:nvSpPr>
          <p:cNvPr id="10" name="TextBox 9">
            <a:extLst>
              <a:ext uri="{FF2B5EF4-FFF2-40B4-BE49-F238E27FC236}">
                <a16:creationId xmlns:a16="http://schemas.microsoft.com/office/drawing/2014/main" id="{381ACA33-A69F-9BD1-39BC-722AF193C5E0}"/>
              </a:ext>
            </a:extLst>
          </p:cNvPr>
          <p:cNvSpPr txBox="1"/>
          <p:nvPr/>
        </p:nvSpPr>
        <p:spPr>
          <a:xfrm>
            <a:off x="943840" y="2063917"/>
            <a:ext cx="4582390" cy="307777"/>
          </a:xfrm>
          <a:prstGeom prst="rect">
            <a:avLst/>
          </a:prstGeom>
          <a:noFill/>
        </p:spPr>
        <p:txBody>
          <a:bodyPr wrap="square">
            <a:spAutoFit/>
          </a:bodyPr>
          <a:lstStyle/>
          <a:p>
            <a:pPr algn="l"/>
            <a:r>
              <a:rPr lang="en-US" b="0" i="0">
                <a:solidFill>
                  <a:srgbClr val="0D0D0D"/>
                </a:solidFill>
                <a:effectLst/>
                <a:highlight>
                  <a:srgbClr val="FFFFFF"/>
                </a:highlight>
                <a:latin typeface="Söhne"/>
              </a:rPr>
              <a:t>.</a:t>
            </a:r>
          </a:p>
        </p:txBody>
      </p:sp>
      <p:sp>
        <p:nvSpPr>
          <p:cNvPr id="12" name="TextBox 11">
            <a:extLst>
              <a:ext uri="{FF2B5EF4-FFF2-40B4-BE49-F238E27FC236}">
                <a16:creationId xmlns:a16="http://schemas.microsoft.com/office/drawing/2014/main" id="{EE90F704-D55A-2B61-12C3-7E76791CE41C}"/>
              </a:ext>
            </a:extLst>
          </p:cNvPr>
          <p:cNvSpPr txBox="1"/>
          <p:nvPr/>
        </p:nvSpPr>
        <p:spPr>
          <a:xfrm>
            <a:off x="3235035" y="1029745"/>
            <a:ext cx="4234295" cy="307777"/>
          </a:xfrm>
          <a:prstGeom prst="rect">
            <a:avLst/>
          </a:prstGeom>
          <a:noFill/>
        </p:spPr>
        <p:txBody>
          <a:bodyPr wrap="square">
            <a:spAutoFit/>
          </a:bodyPr>
          <a:lstStyle/>
          <a:p>
            <a:r>
              <a:rPr lang="en-US">
                <a:solidFill>
                  <a:srgbClr val="0000FF"/>
                </a:solidFill>
              </a:rPr>
              <a:t>Modelling</a:t>
            </a:r>
          </a:p>
        </p:txBody>
      </p:sp>
      <p:sp>
        <p:nvSpPr>
          <p:cNvPr id="16" name="TextBox 15">
            <a:extLst>
              <a:ext uri="{FF2B5EF4-FFF2-40B4-BE49-F238E27FC236}">
                <a16:creationId xmlns:a16="http://schemas.microsoft.com/office/drawing/2014/main" id="{0A7BE481-E53F-E8E9-3BE6-F154E4374551}"/>
              </a:ext>
            </a:extLst>
          </p:cNvPr>
          <p:cNvSpPr txBox="1"/>
          <p:nvPr/>
        </p:nvSpPr>
        <p:spPr>
          <a:xfrm>
            <a:off x="845819" y="2221886"/>
            <a:ext cx="5721235" cy="523220"/>
          </a:xfrm>
          <a:prstGeom prst="rect">
            <a:avLst/>
          </a:prstGeom>
          <a:noFill/>
        </p:spPr>
        <p:txBody>
          <a:bodyPr wrap="square">
            <a:spAutoFit/>
          </a:bodyPr>
          <a:lstStyle/>
          <a:p>
            <a:r>
              <a:rPr lang="en-IN">
                <a:solidFill>
                  <a:srgbClr val="0000FF"/>
                </a:solidFill>
              </a:rPr>
              <a:t>Reservation System: </a:t>
            </a:r>
            <a:r>
              <a:rPr lang="en-IN"/>
              <a:t>Develop schema to manage reservations , l</a:t>
            </a:r>
          </a:p>
          <a:p>
            <a:r>
              <a:rPr lang="en-IN"/>
              <a:t>                                   linking users with booked. </a:t>
            </a:r>
          </a:p>
        </p:txBody>
      </p:sp>
      <p:sp>
        <p:nvSpPr>
          <p:cNvPr id="17" name="TextBox 16">
            <a:extLst>
              <a:ext uri="{FF2B5EF4-FFF2-40B4-BE49-F238E27FC236}">
                <a16:creationId xmlns:a16="http://schemas.microsoft.com/office/drawing/2014/main" id="{CFF8B95E-914A-F629-35EC-2BDBFCE705E5}"/>
              </a:ext>
            </a:extLst>
          </p:cNvPr>
          <p:cNvSpPr txBox="1"/>
          <p:nvPr/>
        </p:nvSpPr>
        <p:spPr>
          <a:xfrm>
            <a:off x="3235035" y="2852827"/>
            <a:ext cx="6336725" cy="307777"/>
          </a:xfrm>
          <a:prstGeom prst="rect">
            <a:avLst/>
          </a:prstGeom>
          <a:noFill/>
        </p:spPr>
        <p:txBody>
          <a:bodyPr wrap="square" rtlCol="0">
            <a:spAutoFit/>
          </a:bodyPr>
          <a:lstStyle/>
          <a:p>
            <a:r>
              <a:rPr lang="en-IN" dirty="0">
                <a:solidFill>
                  <a:srgbClr val="0000FF"/>
                </a:solidFill>
              </a:rPr>
              <a:t>Results</a:t>
            </a:r>
          </a:p>
        </p:txBody>
      </p:sp>
      <p:sp>
        <p:nvSpPr>
          <p:cNvPr id="20" name="TextBox 19">
            <a:extLst>
              <a:ext uri="{FF2B5EF4-FFF2-40B4-BE49-F238E27FC236}">
                <a16:creationId xmlns:a16="http://schemas.microsoft.com/office/drawing/2014/main" id="{B779BF5F-1BD5-E35D-7E63-BD7C9810FF4D}"/>
              </a:ext>
            </a:extLst>
          </p:cNvPr>
          <p:cNvSpPr txBox="1"/>
          <p:nvPr/>
        </p:nvSpPr>
        <p:spPr>
          <a:xfrm>
            <a:off x="897427" y="3160604"/>
            <a:ext cx="5618018" cy="1384995"/>
          </a:xfrm>
          <a:prstGeom prst="rect">
            <a:avLst/>
          </a:prstGeom>
          <a:noFill/>
        </p:spPr>
        <p:txBody>
          <a:bodyPr wrap="square" rtlCol="0">
            <a:spAutoFit/>
          </a:bodyPr>
          <a:lstStyle/>
          <a:p>
            <a:r>
              <a:rPr lang="en-US">
                <a:solidFill>
                  <a:srgbClr val="0000FF"/>
                </a:solidFill>
              </a:rPr>
              <a:t>Customer Interface: </a:t>
            </a:r>
            <a:r>
              <a:rPr lang="en-US"/>
              <a:t>User-friendly browsing and reservation features.</a:t>
            </a:r>
          </a:p>
          <a:p>
            <a:r>
              <a:rPr lang="en-US">
                <a:solidFill>
                  <a:srgbClr val="0000FF"/>
                </a:solidFill>
              </a:rPr>
              <a:t>Admin Interface: </a:t>
            </a:r>
            <a:r>
              <a:rPr lang="en-US"/>
              <a:t>Efficient management of car inventory and </a:t>
            </a:r>
          </a:p>
          <a:p>
            <a:r>
              <a:rPr lang="en-US"/>
              <a:t>                            bookings.</a:t>
            </a:r>
          </a:p>
          <a:p>
            <a:r>
              <a:rPr lang="en-US">
                <a:solidFill>
                  <a:srgbClr val="0000FF"/>
                </a:solidFill>
              </a:rPr>
              <a:t>Reservation Handling: </a:t>
            </a:r>
            <a:r>
              <a:rPr lang="en-US"/>
              <a:t>Customers can view, modify, or cancel </a:t>
            </a:r>
          </a:p>
          <a:p>
            <a:r>
              <a:rPr lang="en-US"/>
              <a:t>                                     bookings.</a:t>
            </a:r>
          </a:p>
          <a:p>
            <a:endParaRPr lang="en-IN"/>
          </a:p>
        </p:txBody>
      </p:sp>
    </p:spTree>
    <p:extLst>
      <p:ext uri="{BB962C8B-B14F-4D97-AF65-F5344CB8AC3E}">
        <p14:creationId xmlns:p14="http://schemas.microsoft.com/office/powerpoint/2010/main" val="286372507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29B7586-5B6F-C8C7-E175-4BE77E8499ED}"/>
              </a:ext>
            </a:extLst>
          </p:cNvPr>
          <p:cNvSpPr>
            <a:spLocks noGrp="1"/>
          </p:cNvSpPr>
          <p:nvPr>
            <p:ph type="title"/>
          </p:nvPr>
        </p:nvSpPr>
        <p:spPr>
          <a:xfrm>
            <a:off x="155850" y="613142"/>
            <a:ext cx="8832300" cy="451933"/>
          </a:xfrm>
        </p:spPr>
        <p:txBody>
          <a:bodyPr/>
          <a:lstStyle/>
          <a:p>
            <a:pPr algn="ctr"/>
            <a:r>
              <a:rPr lang="en-US"/>
              <a:t>Homepage</a:t>
            </a:r>
          </a:p>
        </p:txBody>
      </p:sp>
      <p:pic>
        <p:nvPicPr>
          <p:cNvPr id="6" name="Picture 5">
            <a:extLst>
              <a:ext uri="{FF2B5EF4-FFF2-40B4-BE49-F238E27FC236}">
                <a16:creationId xmlns:a16="http://schemas.microsoft.com/office/drawing/2014/main" id="{1B055766-5767-D9E2-6E0A-E9B47C8F1AC0}"/>
              </a:ext>
            </a:extLst>
          </p:cNvPr>
          <p:cNvPicPr>
            <a:picLocks noChangeAspect="1"/>
          </p:cNvPicPr>
          <p:nvPr/>
        </p:nvPicPr>
        <p:blipFill>
          <a:blip r:embed="rId2"/>
          <a:stretch>
            <a:fillRect/>
          </a:stretch>
        </p:blipFill>
        <p:spPr>
          <a:xfrm>
            <a:off x="1315962" y="1132114"/>
            <a:ext cx="6512076" cy="3663043"/>
          </a:xfrm>
          <a:prstGeom prst="rect">
            <a:avLst/>
          </a:prstGeom>
        </p:spPr>
      </p:pic>
    </p:spTree>
    <p:extLst>
      <p:ext uri="{BB962C8B-B14F-4D97-AF65-F5344CB8AC3E}">
        <p14:creationId xmlns:p14="http://schemas.microsoft.com/office/powerpoint/2010/main" val="69087543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1CAF59C-CA47-321D-4366-F7B3EDADF895}"/>
              </a:ext>
            </a:extLst>
          </p:cNvPr>
          <p:cNvSpPr>
            <a:spLocks noGrp="1"/>
          </p:cNvSpPr>
          <p:nvPr>
            <p:ph type="title"/>
          </p:nvPr>
        </p:nvSpPr>
        <p:spPr>
          <a:xfrm>
            <a:off x="628560" y="601132"/>
            <a:ext cx="7886430" cy="666517"/>
          </a:xfrm>
        </p:spPr>
        <p:txBody>
          <a:bodyPr/>
          <a:lstStyle/>
          <a:p>
            <a:pPr algn="ctr"/>
            <a:r>
              <a:rPr lang="en-US" b="1"/>
              <a:t>About-Us-Page</a:t>
            </a:r>
          </a:p>
        </p:txBody>
      </p:sp>
      <p:pic>
        <p:nvPicPr>
          <p:cNvPr id="5" name="Picture 4">
            <a:extLst>
              <a:ext uri="{FF2B5EF4-FFF2-40B4-BE49-F238E27FC236}">
                <a16:creationId xmlns:a16="http://schemas.microsoft.com/office/drawing/2014/main" id="{B271E7CF-5773-73DC-9ECC-1E5A0B665077}"/>
              </a:ext>
            </a:extLst>
          </p:cNvPr>
          <p:cNvPicPr>
            <a:picLocks noChangeAspect="1"/>
          </p:cNvPicPr>
          <p:nvPr/>
        </p:nvPicPr>
        <p:blipFill>
          <a:blip r:embed="rId2"/>
          <a:stretch>
            <a:fillRect/>
          </a:stretch>
        </p:blipFill>
        <p:spPr>
          <a:xfrm>
            <a:off x="1619569" y="1221136"/>
            <a:ext cx="5904412" cy="3321232"/>
          </a:xfrm>
          <a:prstGeom prst="rect">
            <a:avLst/>
          </a:prstGeom>
        </p:spPr>
      </p:pic>
      <p:pic>
        <p:nvPicPr>
          <p:cNvPr id="10" name="Picture 9">
            <a:extLst>
              <a:ext uri="{FF2B5EF4-FFF2-40B4-BE49-F238E27FC236}">
                <a16:creationId xmlns:a16="http://schemas.microsoft.com/office/drawing/2014/main" id="{3E7274B8-562E-F86C-BB07-184FED4C4EE4}"/>
              </a:ext>
            </a:extLst>
          </p:cNvPr>
          <p:cNvPicPr>
            <a:picLocks noChangeAspect="1"/>
          </p:cNvPicPr>
          <p:nvPr/>
        </p:nvPicPr>
        <p:blipFill rotWithShape="1">
          <a:blip r:embed="rId3"/>
          <a:srcRect l="1954" t="26891" r="2675" b="16630"/>
          <a:stretch/>
        </p:blipFill>
        <p:spPr>
          <a:xfrm>
            <a:off x="1812926" y="3516549"/>
            <a:ext cx="1898737" cy="811629"/>
          </a:xfrm>
          <a:prstGeom prst="rect">
            <a:avLst/>
          </a:prstGeom>
        </p:spPr>
      </p:pic>
    </p:spTree>
    <p:extLst>
      <p:ext uri="{BB962C8B-B14F-4D97-AF65-F5344CB8AC3E}">
        <p14:creationId xmlns:p14="http://schemas.microsoft.com/office/powerpoint/2010/main" val="212079221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74B10D8-E098-FF8E-C5FA-FA8492007A31}"/>
              </a:ext>
            </a:extLst>
          </p:cNvPr>
          <p:cNvSpPr>
            <a:spLocks noGrp="1"/>
          </p:cNvSpPr>
          <p:nvPr>
            <p:ph type="title"/>
          </p:nvPr>
        </p:nvSpPr>
        <p:spPr>
          <a:xfrm>
            <a:off x="628560" y="635000"/>
            <a:ext cx="7886430" cy="632649"/>
          </a:xfrm>
        </p:spPr>
        <p:txBody>
          <a:bodyPr/>
          <a:lstStyle/>
          <a:p>
            <a:pPr algn="ctr"/>
            <a:r>
              <a:rPr lang="en-US" b="1"/>
              <a:t>Service-Page</a:t>
            </a:r>
          </a:p>
        </p:txBody>
      </p:sp>
      <p:pic>
        <p:nvPicPr>
          <p:cNvPr id="5" name="Picture 4">
            <a:extLst>
              <a:ext uri="{FF2B5EF4-FFF2-40B4-BE49-F238E27FC236}">
                <a16:creationId xmlns:a16="http://schemas.microsoft.com/office/drawing/2014/main" id="{1F0A58A3-011E-9DA9-566A-357FF3B6FF86}"/>
              </a:ext>
            </a:extLst>
          </p:cNvPr>
          <p:cNvPicPr>
            <a:picLocks noChangeAspect="1"/>
          </p:cNvPicPr>
          <p:nvPr/>
        </p:nvPicPr>
        <p:blipFill>
          <a:blip r:embed="rId2"/>
          <a:stretch>
            <a:fillRect/>
          </a:stretch>
        </p:blipFill>
        <p:spPr>
          <a:xfrm>
            <a:off x="1323702" y="1195252"/>
            <a:ext cx="6740434" cy="3791494"/>
          </a:xfrm>
          <a:prstGeom prst="rect">
            <a:avLst/>
          </a:prstGeom>
        </p:spPr>
      </p:pic>
    </p:spTree>
    <p:extLst>
      <p:ext uri="{BB962C8B-B14F-4D97-AF65-F5344CB8AC3E}">
        <p14:creationId xmlns:p14="http://schemas.microsoft.com/office/powerpoint/2010/main" val="107281504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22E42AA-3E13-629A-6815-A8A4489778A4}"/>
              </a:ext>
            </a:extLst>
          </p:cNvPr>
          <p:cNvSpPr>
            <a:spLocks noGrp="1"/>
          </p:cNvSpPr>
          <p:nvPr>
            <p:ph type="title"/>
          </p:nvPr>
        </p:nvSpPr>
        <p:spPr>
          <a:xfrm>
            <a:off x="628560" y="618066"/>
            <a:ext cx="7886430" cy="649583"/>
          </a:xfrm>
        </p:spPr>
        <p:txBody>
          <a:bodyPr/>
          <a:lstStyle/>
          <a:p>
            <a:pPr algn="ctr"/>
            <a:r>
              <a:rPr lang="en-US" b="1"/>
              <a:t>Blog-Page</a:t>
            </a:r>
          </a:p>
        </p:txBody>
      </p:sp>
      <p:pic>
        <p:nvPicPr>
          <p:cNvPr id="5" name="Picture 4">
            <a:extLst>
              <a:ext uri="{FF2B5EF4-FFF2-40B4-BE49-F238E27FC236}">
                <a16:creationId xmlns:a16="http://schemas.microsoft.com/office/drawing/2014/main" id="{E73D4AD7-8A42-DEB5-6536-18C1E682AB2F}"/>
              </a:ext>
            </a:extLst>
          </p:cNvPr>
          <p:cNvPicPr>
            <a:picLocks noChangeAspect="1"/>
          </p:cNvPicPr>
          <p:nvPr/>
        </p:nvPicPr>
        <p:blipFill>
          <a:blip r:embed="rId2"/>
          <a:stretch>
            <a:fillRect/>
          </a:stretch>
        </p:blipFill>
        <p:spPr>
          <a:xfrm>
            <a:off x="1436913" y="1267649"/>
            <a:ext cx="6409509" cy="3352800"/>
          </a:xfrm>
          <a:prstGeom prst="rect">
            <a:avLst/>
          </a:prstGeom>
        </p:spPr>
      </p:pic>
    </p:spTree>
    <p:extLst>
      <p:ext uri="{BB962C8B-B14F-4D97-AF65-F5344CB8AC3E}">
        <p14:creationId xmlns:p14="http://schemas.microsoft.com/office/powerpoint/2010/main" val="29946188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F0F6256-ED4F-D5CB-996C-FBD384D168E2}"/>
              </a:ext>
            </a:extLst>
          </p:cNvPr>
          <p:cNvSpPr>
            <a:spLocks noGrp="1"/>
          </p:cNvSpPr>
          <p:nvPr>
            <p:ph type="title"/>
          </p:nvPr>
        </p:nvSpPr>
        <p:spPr>
          <a:xfrm>
            <a:off x="215053" y="719666"/>
            <a:ext cx="8421857" cy="547983"/>
          </a:xfrm>
        </p:spPr>
        <p:txBody>
          <a:bodyPr/>
          <a:lstStyle/>
          <a:p>
            <a:r>
              <a:rPr lang="en-IN" sz="1600" b="1">
                <a:solidFill>
                  <a:srgbClr val="213163"/>
                </a:solidFill>
                <a:latin typeface="+mj-lt"/>
              </a:rPr>
              <a:t>Future </a:t>
            </a:r>
            <a:r>
              <a:rPr lang="en-US" sz="1600" b="1">
                <a:solidFill>
                  <a:srgbClr val="213163"/>
                </a:solidFill>
                <a:latin typeface="+mj-lt"/>
              </a:rPr>
              <a:t>Enhancements</a:t>
            </a:r>
            <a:r>
              <a:rPr lang="en-US" sz="1600" b="1">
                <a:solidFill>
                  <a:srgbClr val="374151"/>
                </a:solidFill>
                <a:latin typeface="+mj-lt"/>
                <a:cs typeface="Times New Roman" panose="02020603050405020304" pitchFamily="18" charset="0"/>
              </a:rPr>
              <a:t>:</a:t>
            </a:r>
            <a:br>
              <a:rPr lang="en-US" b="0" i="0">
                <a:solidFill>
                  <a:srgbClr val="374151"/>
                </a:solidFill>
                <a:effectLst/>
                <a:latin typeface="Söhne"/>
              </a:rPr>
            </a:br>
            <a:endParaRPr lang="en-US"/>
          </a:p>
        </p:txBody>
      </p:sp>
      <p:sp>
        <p:nvSpPr>
          <p:cNvPr id="4" name="TextBox 3">
            <a:extLst>
              <a:ext uri="{FF2B5EF4-FFF2-40B4-BE49-F238E27FC236}">
                <a16:creationId xmlns:a16="http://schemas.microsoft.com/office/drawing/2014/main" id="{B6E75B55-D0A0-D4D1-9041-0B460F92473E}"/>
              </a:ext>
            </a:extLst>
          </p:cNvPr>
          <p:cNvSpPr txBox="1"/>
          <p:nvPr/>
        </p:nvSpPr>
        <p:spPr>
          <a:xfrm>
            <a:off x="1381991" y="1329994"/>
            <a:ext cx="6726382" cy="3970318"/>
          </a:xfrm>
          <a:prstGeom prst="rect">
            <a:avLst/>
          </a:prstGeom>
          <a:noFill/>
        </p:spPr>
        <p:txBody>
          <a:bodyPr wrap="square" rtlCol="0">
            <a:spAutoFit/>
          </a:bodyPr>
          <a:lstStyle/>
          <a:p>
            <a:pPr algn="l"/>
            <a:r>
              <a:rPr lang="en-US" b="1" i="0">
                <a:solidFill>
                  <a:srgbClr val="0000FF"/>
                </a:solidFill>
                <a:effectLst/>
                <a:highlight>
                  <a:srgbClr val="FFFFFF"/>
                </a:highlight>
                <a:latin typeface="Söhne"/>
              </a:rPr>
              <a:t>1.User Interface Refinement</a:t>
            </a:r>
            <a:r>
              <a:rPr lang="en-US" b="0" i="0">
                <a:solidFill>
                  <a:srgbClr val="0000FF"/>
                </a:solidFill>
                <a:effectLst/>
                <a:highlight>
                  <a:srgbClr val="FFFFFF"/>
                </a:highlight>
                <a:latin typeface="Söhne"/>
              </a:rPr>
              <a:t>: </a:t>
            </a:r>
          </a:p>
          <a:p>
            <a:pPr algn="l"/>
            <a:r>
              <a:rPr lang="en-US">
                <a:solidFill>
                  <a:srgbClr val="0D0D0D"/>
                </a:solidFill>
                <a:highlight>
                  <a:srgbClr val="FFFFFF"/>
                </a:highlight>
                <a:latin typeface="Söhne"/>
              </a:rPr>
              <a:t>            </a:t>
            </a:r>
            <a:r>
              <a:rPr lang="en-US" b="0" i="0">
                <a:solidFill>
                  <a:srgbClr val="0D0D0D"/>
                </a:solidFill>
                <a:effectLst/>
                <a:highlight>
                  <a:srgbClr val="FFFFFF"/>
                </a:highlight>
                <a:latin typeface="Söhne"/>
              </a:rPr>
              <a:t>Implement responsive design to ensure the application is accessible and                    functional across various devices and screen sizes.</a:t>
            </a:r>
          </a:p>
          <a:p>
            <a:pPr algn="l"/>
            <a:r>
              <a:rPr lang="en-US" b="1" i="0">
                <a:solidFill>
                  <a:srgbClr val="0000FF"/>
                </a:solidFill>
                <a:effectLst/>
                <a:highlight>
                  <a:srgbClr val="FFFFFF"/>
                </a:highlight>
                <a:latin typeface="Söhne"/>
              </a:rPr>
              <a:t>2.Advanced Search and Filtering</a:t>
            </a:r>
            <a:r>
              <a:rPr lang="en-US" b="0" i="0">
                <a:solidFill>
                  <a:srgbClr val="0000FF"/>
                </a:solidFill>
                <a:effectLst/>
                <a:highlight>
                  <a:srgbClr val="FFFFFF"/>
                </a:highlight>
                <a:latin typeface="Söhne"/>
              </a:rPr>
              <a:t>:</a:t>
            </a:r>
          </a:p>
          <a:p>
            <a:pPr algn="l"/>
            <a:r>
              <a:rPr lang="en-US" b="0" i="0">
                <a:solidFill>
                  <a:srgbClr val="0D0D0D"/>
                </a:solidFill>
                <a:effectLst/>
                <a:highlight>
                  <a:srgbClr val="FFFFFF"/>
                </a:highlight>
                <a:latin typeface="Söhne"/>
              </a:rPr>
              <a:t>           Enhance the search functionality to allow users to filter cars based on additional criteria such as fuel efficiency, transmission type, features, etc.</a:t>
            </a:r>
          </a:p>
          <a:p>
            <a:pPr algn="l"/>
            <a:r>
              <a:rPr lang="en-US" b="1" i="0">
                <a:solidFill>
                  <a:srgbClr val="0000FF"/>
                </a:solidFill>
                <a:effectLst/>
                <a:highlight>
                  <a:srgbClr val="FFFFFF"/>
                </a:highlight>
                <a:latin typeface="Söhne"/>
              </a:rPr>
              <a:t>3.Recommendation System</a:t>
            </a:r>
            <a:r>
              <a:rPr lang="en-US" b="0" i="0">
                <a:solidFill>
                  <a:srgbClr val="0000FF"/>
                </a:solidFill>
                <a:effectLst/>
                <a:highlight>
                  <a:srgbClr val="FFFFFF"/>
                </a:highlight>
                <a:latin typeface="Söhne"/>
              </a:rPr>
              <a:t>:</a:t>
            </a:r>
          </a:p>
          <a:p>
            <a:pPr algn="l"/>
            <a:r>
              <a:rPr lang="en-US" b="0" i="0">
                <a:solidFill>
                  <a:srgbClr val="0D0D0D"/>
                </a:solidFill>
                <a:effectLst/>
                <a:highlight>
                  <a:srgbClr val="FFFFFF"/>
                </a:highlight>
                <a:latin typeface="Söhne"/>
              </a:rPr>
              <a:t>           Develop a recommendation system that suggests cars to users based on their past    rentals, preferences, and browsing history.</a:t>
            </a:r>
          </a:p>
          <a:p>
            <a:pPr algn="l"/>
            <a:r>
              <a:rPr lang="en-US" b="1" i="0">
                <a:solidFill>
                  <a:srgbClr val="0000FF"/>
                </a:solidFill>
                <a:effectLst/>
                <a:highlight>
                  <a:srgbClr val="FFFFFF"/>
                </a:highlight>
                <a:latin typeface="Söhne"/>
              </a:rPr>
              <a:t>4.Enhanced Booking and Reservation System</a:t>
            </a:r>
            <a:r>
              <a:rPr lang="en-US" b="0" i="0">
                <a:solidFill>
                  <a:srgbClr val="0000FF"/>
                </a:solidFill>
                <a:effectLst/>
                <a:highlight>
                  <a:srgbClr val="FFFFFF"/>
                </a:highlight>
                <a:latin typeface="Söhne"/>
              </a:rPr>
              <a:t>:</a:t>
            </a:r>
          </a:p>
          <a:p>
            <a:pPr algn="l"/>
            <a:r>
              <a:rPr lang="en-US">
                <a:solidFill>
                  <a:srgbClr val="0D0D0D"/>
                </a:solidFill>
                <a:highlight>
                  <a:srgbClr val="FFFFFF"/>
                </a:highlight>
                <a:latin typeface="Söhne"/>
              </a:rPr>
              <a:t> </a:t>
            </a:r>
            <a:r>
              <a:rPr lang="en-US" b="0" i="0">
                <a:solidFill>
                  <a:srgbClr val="0D0D0D"/>
                </a:solidFill>
                <a:effectLst/>
                <a:highlight>
                  <a:srgbClr val="FFFFFF"/>
                </a:highlight>
                <a:latin typeface="Söhne"/>
              </a:rPr>
              <a:t>         Improve the booking and reservation system with features such as calendar availability, flexible pickup/drop-off times, and multi-car reservations for group trips.</a:t>
            </a:r>
          </a:p>
          <a:p>
            <a:pPr algn="l"/>
            <a:endParaRPr lang="en-US">
              <a:solidFill>
                <a:srgbClr val="0D0D0D"/>
              </a:solidFill>
              <a:highlight>
                <a:srgbClr val="FFFFFF"/>
              </a:highlight>
              <a:latin typeface="Söhne"/>
            </a:endParaRPr>
          </a:p>
          <a:p>
            <a:pPr algn="l"/>
            <a:endParaRPr lang="en-US" b="0" i="0">
              <a:solidFill>
                <a:srgbClr val="0D0D0D"/>
              </a:solidFill>
              <a:effectLst/>
              <a:highlight>
                <a:srgbClr val="FFFFFF"/>
              </a:highlight>
              <a:latin typeface="Söhne"/>
            </a:endParaRPr>
          </a:p>
          <a:p>
            <a:pPr algn="l"/>
            <a:endParaRPr lang="en-US" b="0" i="0">
              <a:solidFill>
                <a:srgbClr val="0D0D0D"/>
              </a:solidFill>
              <a:effectLst/>
              <a:highlight>
                <a:srgbClr val="FFFFFF"/>
              </a:highlight>
              <a:latin typeface="Söhne"/>
            </a:endParaRPr>
          </a:p>
          <a:p>
            <a:pPr algn="l"/>
            <a:endParaRPr lang="en-US" b="0" i="0">
              <a:solidFill>
                <a:srgbClr val="0D0D0D"/>
              </a:solidFill>
              <a:effectLst/>
              <a:highlight>
                <a:srgbClr val="FFFFFF"/>
              </a:highlight>
              <a:latin typeface="Söhne"/>
            </a:endParaRPr>
          </a:p>
          <a:p>
            <a:br>
              <a:rPr lang="en-US"/>
            </a:br>
            <a:endParaRPr lang="en-IN"/>
          </a:p>
        </p:txBody>
      </p:sp>
    </p:spTree>
    <p:extLst>
      <p:ext uri="{BB962C8B-B14F-4D97-AF65-F5344CB8AC3E}">
        <p14:creationId xmlns:p14="http://schemas.microsoft.com/office/powerpoint/2010/main" val="132312870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60"/>
        <p:cNvGrpSpPr/>
        <p:nvPr/>
      </p:nvGrpSpPr>
      <p:grpSpPr>
        <a:xfrm>
          <a:off x="0" y="0"/>
          <a:ext cx="0" cy="0"/>
          <a:chOff x="0" y="0"/>
          <a:chExt cx="0" cy="0"/>
        </a:xfrm>
      </p:grpSpPr>
      <p:sp>
        <p:nvSpPr>
          <p:cNvPr id="61" name="Google Shape;61;g5fab984687_2_0"/>
          <p:cNvSpPr txBox="1">
            <a:spLocks noGrp="1"/>
          </p:cNvSpPr>
          <p:nvPr>
            <p:ph type="title" idx="4294967295"/>
          </p:nvPr>
        </p:nvSpPr>
        <p:spPr>
          <a:xfrm>
            <a:off x="131032" y="682130"/>
            <a:ext cx="2936082" cy="322263"/>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2800"/>
              <a:buNone/>
            </a:pPr>
            <a:r>
              <a:rPr lang="en-IN" sz="1600" b="1">
                <a:solidFill>
                  <a:srgbClr val="213163"/>
                </a:solidFill>
              </a:rPr>
              <a:t>Conclusion</a:t>
            </a:r>
            <a:endParaRPr lang="en-IN" sz="1600"/>
          </a:p>
        </p:txBody>
      </p:sp>
      <p:cxnSp>
        <p:nvCxnSpPr>
          <p:cNvPr id="2" name="Straight Connector 1">
            <a:extLst>
              <a:ext uri="{FF2B5EF4-FFF2-40B4-BE49-F238E27FC236}">
                <a16:creationId xmlns:a16="http://schemas.microsoft.com/office/drawing/2014/main" id="{7BAAD3EB-5AF8-2850-D7B6-2D787F8D5CA2}"/>
              </a:ext>
            </a:extLst>
          </p:cNvPr>
          <p:cNvCxnSpPr/>
          <p:nvPr/>
        </p:nvCxnSpPr>
        <p:spPr>
          <a:xfrm>
            <a:off x="0" y="4675910"/>
            <a:ext cx="9144000" cy="0"/>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5" name="Google Shape;61;g5fab984687_2_0">
            <a:extLst>
              <a:ext uri="{FF2B5EF4-FFF2-40B4-BE49-F238E27FC236}">
                <a16:creationId xmlns:a16="http://schemas.microsoft.com/office/drawing/2014/main" id="{81E9EAEF-4D2C-D890-53FC-DD6FC1B36C83}"/>
              </a:ext>
            </a:extLst>
          </p:cNvPr>
          <p:cNvSpPr txBox="1">
            <a:spLocks/>
          </p:cNvSpPr>
          <p:nvPr/>
        </p:nvSpPr>
        <p:spPr>
          <a:xfrm>
            <a:off x="138652" y="4713110"/>
            <a:ext cx="707168" cy="322263"/>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buSzPts val="2800"/>
            </a:pPr>
            <a:r>
              <a:rPr lang="en-IN" sz="1000">
                <a:solidFill>
                  <a:schemeClr val="tx1"/>
                </a:solidFill>
              </a:rPr>
              <a:t>Source :</a:t>
            </a:r>
          </a:p>
        </p:txBody>
      </p:sp>
      <p:sp>
        <p:nvSpPr>
          <p:cNvPr id="4" name="TextBox 3">
            <a:extLst>
              <a:ext uri="{FF2B5EF4-FFF2-40B4-BE49-F238E27FC236}">
                <a16:creationId xmlns:a16="http://schemas.microsoft.com/office/drawing/2014/main" id="{7B9DD527-7A11-82DF-D170-DA33B1E2DD50}"/>
              </a:ext>
            </a:extLst>
          </p:cNvPr>
          <p:cNvSpPr txBox="1"/>
          <p:nvPr/>
        </p:nvSpPr>
        <p:spPr>
          <a:xfrm>
            <a:off x="907473" y="1267691"/>
            <a:ext cx="6670963" cy="2031325"/>
          </a:xfrm>
          <a:prstGeom prst="rect">
            <a:avLst/>
          </a:prstGeom>
          <a:noFill/>
        </p:spPr>
        <p:txBody>
          <a:bodyPr wrap="square" rtlCol="0">
            <a:spAutoFit/>
          </a:bodyPr>
          <a:lstStyle/>
          <a:p>
            <a:r>
              <a:rPr lang="en-US" b="0" i="0">
                <a:solidFill>
                  <a:srgbClr val="0D0D0D"/>
                </a:solidFill>
                <a:effectLst/>
                <a:highlight>
                  <a:srgbClr val="FFFFFF"/>
                </a:highlight>
                <a:latin typeface="Söhne"/>
              </a:rPr>
              <a:t>In conclusion, building a car rental application with Django framework offers a robust and efficient solution for managing the rental process. Django provides a solid foundation for developing web applications, offering features such as built-in authentication, an ORM for database interaction, and a powerful templating engine.</a:t>
            </a:r>
          </a:p>
          <a:p>
            <a:r>
              <a:rPr lang="en-US">
                <a:solidFill>
                  <a:srgbClr val="0D0D0D"/>
                </a:solidFill>
                <a:highlight>
                  <a:srgbClr val="FFFFFF"/>
                </a:highlight>
                <a:latin typeface="Söhne"/>
              </a:rPr>
              <a:t>             </a:t>
            </a:r>
            <a:r>
              <a:rPr lang="en-US" b="0" i="0">
                <a:solidFill>
                  <a:srgbClr val="0D0D0D"/>
                </a:solidFill>
                <a:effectLst/>
                <a:highlight>
                  <a:srgbClr val="FFFFFF"/>
                </a:highlight>
                <a:latin typeface="Söhne"/>
              </a:rPr>
              <a:t>Overall, leveraging Django framework for a car rental application enables you to deliver a professional and feature-rich platform that meets the demands of both customers and administrators alike. With its comprehensive set of tools and extensive documentation, Django empowers developers to create sophisticated web applications efficiently and effectively.</a:t>
            </a:r>
            <a:endParaRPr lang="en-IN"/>
          </a:p>
        </p:txBody>
      </p:sp>
    </p:spTree>
    <p:extLst>
      <p:ext uri="{BB962C8B-B14F-4D97-AF65-F5344CB8AC3E}">
        <p14:creationId xmlns:p14="http://schemas.microsoft.com/office/powerpoint/2010/main" val="201887840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3504528" y="2334505"/>
            <a:ext cx="2149019" cy="474489"/>
          </a:xfrm>
          <a:prstGeom prst="rect">
            <a:avLst/>
          </a:prstGeom>
        </p:spPr>
        <p:txBody>
          <a:bodyPr vert="horz" wrap="square" lIns="0" tIns="12700" rIns="0" bIns="0" rtlCol="0">
            <a:spAutoFit/>
          </a:bodyPr>
          <a:lstStyle/>
          <a:p>
            <a:pPr marL="12700">
              <a:lnSpc>
                <a:spcPct val="100000"/>
              </a:lnSpc>
              <a:spcBef>
                <a:spcPts val="100"/>
              </a:spcBef>
            </a:pPr>
            <a:r>
              <a:rPr lang="en-US" sz="3000" b="1" spc="-5">
                <a:solidFill>
                  <a:srgbClr val="223366"/>
                </a:solidFill>
              </a:rPr>
              <a:t>Thank You!</a:t>
            </a:r>
          </a:p>
        </p:txBody>
      </p:sp>
    </p:spTree>
    <p:extLst>
      <p:ext uri="{BB962C8B-B14F-4D97-AF65-F5344CB8AC3E}">
        <p14:creationId xmlns:p14="http://schemas.microsoft.com/office/powerpoint/2010/main" val="3987024532"/>
      </p:ext>
    </p:extLst>
  </p:cSld>
  <p:clrMapOvr>
    <a:masterClrMapping/>
  </p:clrMapOvr>
</p:sld>
</file>

<file path=ppt/theme/theme1.xml><?xml version="1.0" encoding="utf-8"?>
<a:theme xmlns:a="http://schemas.openxmlformats.org/drawingml/2006/main" name="Simple Light">
  <a:themeElements>
    <a:clrScheme name="Simple Light">
      <a:dk1>
        <a:srgbClr val="000000"/>
      </a:dk1>
      <a:lt1>
        <a:srgbClr val="FFFFFF"/>
      </a:lt1>
      <a:dk2>
        <a:srgbClr val="595959"/>
      </a:dk2>
      <a:lt2>
        <a:srgbClr val="EEEEEE"/>
      </a:lt2>
      <a:accent1>
        <a:srgbClr val="FFAB40"/>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_activity xmlns="9162bd5b-4ed9-4da3-b376-05204580ba3f" xsi:nil="true"/>
  </documentManagement>
</p:properties>
</file>

<file path=customXml/item2.xml><?xml version="1.0" encoding="utf-8"?>
<ct:contentTypeSchema xmlns:ct="http://schemas.microsoft.com/office/2006/metadata/contentType" xmlns:ma="http://schemas.microsoft.com/office/2006/metadata/properties/metaAttributes" ct:_="" ma:_="" ma:contentTypeName="Document" ma:contentTypeID="0x0101000F1872188ABCFC48BECA6C87E8AC3285" ma:contentTypeVersion="15" ma:contentTypeDescription="Create a new document." ma:contentTypeScope="" ma:versionID="7670618c03e54fbae4a17ecb2d0ed10f">
  <xsd:schema xmlns:xsd="http://www.w3.org/2001/XMLSchema" xmlns:xs="http://www.w3.org/2001/XMLSchema" xmlns:p="http://schemas.microsoft.com/office/2006/metadata/properties" xmlns:ns3="9162bd5b-4ed9-4da3-b376-05204580ba3f" xmlns:ns4="c0fa2617-96bd-425d-8578-e93563fe37c5" targetNamespace="http://schemas.microsoft.com/office/2006/metadata/properties" ma:root="true" ma:fieldsID="3d63de1c5a217044e31e0c8b260d3d71" ns3:_="" ns4:_="">
    <xsd:import namespace="9162bd5b-4ed9-4da3-b376-05204580ba3f"/>
    <xsd:import namespace="c0fa2617-96bd-425d-8578-e93563fe37c5"/>
    <xsd:element name="properties">
      <xsd:complexType>
        <xsd:sequence>
          <xsd:element name="documentManagement">
            <xsd:complexType>
              <xsd:all>
                <xsd:element ref="ns3:MediaServiceMetadata" minOccurs="0"/>
                <xsd:element ref="ns3:MediaServiceFastMetadata" minOccurs="0"/>
                <xsd:element ref="ns4:SharedWithUsers" minOccurs="0"/>
                <xsd:element ref="ns4:SharedWithDetails" minOccurs="0"/>
                <xsd:element ref="ns4:SharingHintHash" minOccurs="0"/>
                <xsd:element ref="ns3:MediaServiceAutoTags" minOccurs="0"/>
                <xsd:element ref="ns3:MediaServiceOCR" minOccurs="0"/>
                <xsd:element ref="ns3:MediaServiceGenerationTime" minOccurs="0"/>
                <xsd:element ref="ns3:MediaServiceEventHashCode" minOccurs="0"/>
                <xsd:element ref="ns3:MediaServiceAutoKeyPoints" minOccurs="0"/>
                <xsd:element ref="ns3:MediaServiceKeyPoints" minOccurs="0"/>
                <xsd:element ref="ns3:MediaServiceDateTaken" minOccurs="0"/>
                <xsd:element ref="ns3:MediaLengthInSeconds" minOccurs="0"/>
                <xsd:element ref="ns3:MediaServiceLocation" minOccurs="0"/>
                <xsd:element ref="ns3:_activity"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9162bd5b-4ed9-4da3-b376-05204580ba3f"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Tags" ma:index="13" nillable="true" ma:displayName="Tags" ma:internalName="MediaServiceAutoTags" ma:readOnly="true">
      <xsd:simpleType>
        <xsd:restriction base="dms:Text"/>
      </xsd:simpleType>
    </xsd:element>
    <xsd:element name="MediaServiceOCR" ma:index="14" nillable="true" ma:displayName="Extracted Text" ma:internalName="MediaServiceOCR" ma:readOnly="true">
      <xsd:simpleType>
        <xsd:restriction base="dms:Note">
          <xsd:maxLength value="255"/>
        </xsd:restriction>
      </xsd:simpleType>
    </xsd:element>
    <xsd:element name="MediaServiceGenerationTime" ma:index="15" nillable="true" ma:displayName="MediaServiceGenerationTime" ma:hidden="true" ma:internalName="MediaServiceGenerationTime" ma:readOnly="true">
      <xsd:simpleType>
        <xsd:restriction base="dms:Text"/>
      </xsd:simpleType>
    </xsd:element>
    <xsd:element name="MediaServiceEventHashCode" ma:index="16" nillable="true" ma:displayName="MediaServiceEventHashCode" ma:hidden="true" ma:internalName="MediaServiceEventHashCode" ma:readOnly="true">
      <xsd:simpleType>
        <xsd:restriction base="dms:Text"/>
      </xsd:simpleType>
    </xsd:element>
    <xsd:element name="MediaServiceAutoKeyPoints" ma:index="17" nillable="true" ma:displayName="MediaServiceAutoKeyPoints" ma:hidden="true" ma:internalName="MediaServiceAutoKeyPoints" ma:readOnly="true">
      <xsd:simpleType>
        <xsd:restriction base="dms:Note"/>
      </xsd:simpleType>
    </xsd:element>
    <xsd:element name="MediaServiceKeyPoints" ma:index="18" nillable="true" ma:displayName="KeyPoints" ma:internalName="MediaServiceKeyPoints" ma:readOnly="true">
      <xsd:simpleType>
        <xsd:restriction base="dms:Note">
          <xsd:maxLength value="255"/>
        </xsd:restriction>
      </xsd:simpleType>
    </xsd:element>
    <xsd:element name="MediaServiceDateTaken" ma:index="19" nillable="true" ma:displayName="MediaServiceDateTaken" ma:hidden="true" ma:internalName="MediaServiceDateTaken" ma:readOnly="true">
      <xsd:simpleType>
        <xsd:restriction base="dms:Text"/>
      </xsd:simpleType>
    </xsd:element>
    <xsd:element name="MediaLengthInSeconds" ma:index="20" nillable="true" ma:displayName="Length (seconds)" ma:internalName="MediaLengthInSeconds" ma:readOnly="true">
      <xsd:simpleType>
        <xsd:restriction base="dms:Unknown"/>
      </xsd:simpleType>
    </xsd:element>
    <xsd:element name="MediaServiceLocation" ma:index="21" nillable="true" ma:displayName="Location" ma:internalName="MediaServiceLocation" ma:readOnly="true">
      <xsd:simpleType>
        <xsd:restriction base="dms:Text"/>
      </xsd:simpleType>
    </xsd:element>
    <xsd:element name="_activity" ma:index="22" nillable="true" ma:displayName="_activity" ma:hidden="true" ma:internalName="_activity">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c0fa2617-96bd-425d-8578-e93563fe37c5" elementFormDefault="qualified">
    <xsd:import namespace="http://schemas.microsoft.com/office/2006/documentManagement/types"/>
    <xsd:import namespace="http://schemas.microsoft.com/office/infopath/2007/PartnerControls"/>
    <xsd:element name="SharedWithUsers" ma:index="10"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1" nillable="true" ma:displayName="Shared With Details" ma:internalName="SharedWithDetails" ma:readOnly="true">
      <xsd:simpleType>
        <xsd:restriction base="dms:Note">
          <xsd:maxLength value="255"/>
        </xsd:restriction>
      </xsd:simpleType>
    </xsd:element>
    <xsd:element name="SharingHintHash" ma:index="12" nillable="true" ma:displayName="Sharing Hint Hash" ma:hidden="true" ma:internalName="SharingHintHash" ma:readOnly="true">
      <xsd:simpleType>
        <xsd:restriction base="dms:Text"/>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A6559A34-456E-49A1-8157-9E3D18BFAD36}">
  <ds:schemaRefs>
    <ds:schemaRef ds:uri="9162bd5b-4ed9-4da3-b376-05204580ba3f"/>
    <ds:schemaRef ds:uri="c0fa2617-96bd-425d-8578-e93563fe37c5"/>
    <ds:schemaRef ds:uri="http://purl.org/dc/dcmitype/"/>
    <ds:schemaRef ds:uri="http://purl.org/dc/elements/1.1/"/>
    <ds:schemaRef ds:uri="http://purl.org/dc/terms/"/>
    <ds:schemaRef ds:uri="http://schemas.microsoft.com/office/2006/documentManagement/types"/>
    <ds:schemaRef ds:uri="http://schemas.microsoft.com/office/2006/metadata/properties"/>
    <ds:schemaRef ds:uri="http://schemas.microsoft.com/office/infopath/2007/PartnerControls"/>
    <ds:schemaRef ds:uri="http://schemas.openxmlformats.org/package/2006/metadata/core-properties"/>
    <ds:schemaRef ds:uri="http://www.w3.org/XML/1998/namespace"/>
  </ds:schemaRefs>
</ds:datastoreItem>
</file>

<file path=customXml/itemProps2.xml><?xml version="1.0" encoding="utf-8"?>
<ds:datastoreItem xmlns:ds="http://schemas.openxmlformats.org/officeDocument/2006/customXml" ds:itemID="{7D9E5D5E-A365-4A49-8140-C8CC82A61608}">
  <ds:schemaRefs>
    <ds:schemaRef ds:uri="9162bd5b-4ed9-4da3-b376-05204580ba3f"/>
    <ds:schemaRef ds:uri="c0fa2617-96bd-425d-8578-e93563fe37c5"/>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openxmlformats.org/package/2006/metadata/core-properties"/>
    <ds:schemaRef ds:uri="http://www.w3.org/2001/XMLSchema"/>
  </ds:schemaRefs>
</ds:datastoreItem>
</file>

<file path=customXml/itemProps3.xml><?xml version="1.0" encoding="utf-8"?>
<ds:datastoreItem xmlns:ds="http://schemas.openxmlformats.org/officeDocument/2006/customXml" ds:itemID="{3706AB80-2608-47D7-8AC8-FA6BC8A9B27C}">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emplate/>
  <TotalTime>35</TotalTime>
  <Words>960</Words>
  <Application>Microsoft Office PowerPoint</Application>
  <PresentationFormat>On-screen Show (16:9)</PresentationFormat>
  <Paragraphs>111</Paragraphs>
  <Slides>17</Slides>
  <Notes>10</Notes>
  <HiddenSlides>0</HiddenSlides>
  <MMClips>0</MMClips>
  <ScaleCrop>false</ScaleCrop>
  <HeadingPairs>
    <vt:vector size="8" baseType="variant">
      <vt:variant>
        <vt:lpstr>Fonts Used</vt:lpstr>
      </vt:variant>
      <vt:variant>
        <vt:i4>5</vt:i4>
      </vt:variant>
      <vt:variant>
        <vt:lpstr>Theme</vt:lpstr>
      </vt:variant>
      <vt:variant>
        <vt:i4>1</vt:i4>
      </vt:variant>
      <vt:variant>
        <vt:lpstr>Slide Titles</vt:lpstr>
      </vt:variant>
      <vt:variant>
        <vt:i4>17</vt:i4>
      </vt:variant>
      <vt:variant>
        <vt:lpstr>Custom Shows</vt:lpstr>
      </vt:variant>
      <vt:variant>
        <vt:i4>1</vt:i4>
      </vt:variant>
    </vt:vector>
  </HeadingPairs>
  <TitlesOfParts>
    <vt:vector size="24" baseType="lpstr">
      <vt:lpstr>Arial</vt:lpstr>
      <vt:lpstr>Arial MT</vt:lpstr>
      <vt:lpstr>Calibri</vt:lpstr>
      <vt:lpstr>Söhne</vt:lpstr>
      <vt:lpstr>Times New Roman</vt:lpstr>
      <vt:lpstr>Simple Light</vt:lpstr>
      <vt:lpstr>PowerPoint Presentation</vt:lpstr>
      <vt:lpstr>PowerPoint Presentation</vt:lpstr>
      <vt:lpstr>Abstract</vt:lpstr>
      <vt:lpstr>Problem Statement</vt:lpstr>
      <vt:lpstr>Project Overview</vt:lpstr>
      <vt:lpstr>Proposed Solution</vt:lpstr>
      <vt:lpstr>PowerPoint Presentation</vt:lpstr>
      <vt:lpstr>PowerPoint Presentation</vt:lpstr>
      <vt:lpstr>Technology Used</vt:lpstr>
      <vt:lpstr>Modelling &amp; Results</vt:lpstr>
      <vt:lpstr>Homepage</vt:lpstr>
      <vt:lpstr>About-Us-Page</vt:lpstr>
      <vt:lpstr>Service-Page</vt:lpstr>
      <vt:lpstr>Blog-Page</vt:lpstr>
      <vt:lpstr>Future Enhancements: </vt:lpstr>
      <vt:lpstr>Conclusion</vt:lpstr>
      <vt:lpstr>Thank You!</vt:lpstr>
      <vt:lpstr>Custom Show 1</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Dr Moinudeen Syed</dc:creator>
  <cp:lastModifiedBy>Sowmi RM</cp:lastModifiedBy>
  <cp:revision>6</cp:revision>
  <dcterms:modified xsi:type="dcterms:W3CDTF">2024-04-11T08:32:55Z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0x0101000F1872188ABCFC48BECA6C87E8AC3285</vt:lpwstr>
  </property>
</Properties>
</file>